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1"/>
  </p:notesMasterIdLst>
  <p:sldIdLst>
    <p:sldId id="258" r:id="rId2"/>
    <p:sldId id="335" r:id="rId3"/>
    <p:sldId id="365" r:id="rId4"/>
    <p:sldId id="366" r:id="rId5"/>
    <p:sldId id="372" r:id="rId6"/>
    <p:sldId id="306" r:id="rId7"/>
    <p:sldId id="307" r:id="rId8"/>
    <p:sldId id="308" r:id="rId9"/>
    <p:sldId id="358" r:id="rId10"/>
    <p:sldId id="349" r:id="rId11"/>
    <p:sldId id="368" r:id="rId12"/>
    <p:sldId id="370" r:id="rId13"/>
    <p:sldId id="353" r:id="rId14"/>
    <p:sldId id="369" r:id="rId15"/>
    <p:sldId id="371" r:id="rId16"/>
    <p:sldId id="359" r:id="rId17"/>
    <p:sldId id="373" r:id="rId18"/>
    <p:sldId id="301" r:id="rId19"/>
    <p:sldId id="302" r:id="rId2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1DC"/>
    <a:srgbClr val="80206E"/>
    <a:srgbClr val="000099"/>
    <a:srgbClr val="0000CC"/>
    <a:srgbClr val="FF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92899" autoAdjust="0"/>
  </p:normalViewPr>
  <p:slideViewPr>
    <p:cSldViewPr>
      <p:cViewPr varScale="1">
        <p:scale>
          <a:sx n="95" d="100"/>
          <a:sy n="95" d="100"/>
        </p:scale>
        <p:origin x="210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91200197-75A6-49C0-A200-E6E2091030B6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4" tIns="46582" rIns="93164" bIns="4658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A107D270-2E12-4C44-BD3A-B2CA387CCF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07D270-2E12-4C44-BD3A-B2CA387CCF6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D5CD7BB-744A-44EC-8235-8B871DBC4AAB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2338188-19D5-4462-85B6-9D65705AC513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D32790D-A1CC-4599-8857-8FF1B12F99D0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7C26-AFF6-4A27-B3FC-F6E8D5452499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F100-F8CE-4D65-A654-D5522ADB0EC8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586FA21-4771-4407-B537-E3342ECD932D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9622-126B-4AD9-80F5-2039AED14347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DAB9F80-BEC0-4EF0-BC99-65D16B2FE7C6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13C468E-D342-475B-97C7-9A3B10BC32AA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064B-A38A-49CA-BC75-7633381D2C08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8AAE-A9B9-4AB4-A95F-28080EA448CD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ECA3175-C425-44F9-B545-D8EF5CCFD8C0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fejo.kqd@tqyw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Admin\Desktop\Magar%20Saheb%20Final%20Work\Atharv%20Shirsh.m4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ganesh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447800"/>
            <a:ext cx="3900488" cy="4849630"/>
          </a:xfrm>
          <a:prstGeom prst="rect">
            <a:avLst/>
          </a:prstGeom>
        </p:spPr>
      </p:pic>
      <p:pic>
        <p:nvPicPr>
          <p:cNvPr id="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524000" y="4038600"/>
            <a:ext cx="676275" cy="647700"/>
          </a:xfrm>
          <a:prstGeom prst="rect">
            <a:avLst/>
          </a:prstGeom>
          <a:noFill/>
        </p:spPr>
      </p:pic>
      <p:pic>
        <p:nvPicPr>
          <p:cNvPr id="13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58400" y="4800600"/>
            <a:ext cx="657225" cy="695325"/>
          </a:xfrm>
          <a:prstGeom prst="rect">
            <a:avLst/>
          </a:prstGeom>
          <a:noFill/>
        </p:spPr>
      </p:pic>
      <p:pic>
        <p:nvPicPr>
          <p:cNvPr id="16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828800" y="4648200"/>
            <a:ext cx="657225" cy="695325"/>
          </a:xfrm>
          <a:prstGeom prst="rect">
            <a:avLst/>
          </a:prstGeom>
          <a:noFill/>
        </p:spPr>
      </p:pic>
      <p:pic>
        <p:nvPicPr>
          <p:cNvPr id="19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96400" y="4876800"/>
            <a:ext cx="695325" cy="666750"/>
          </a:xfrm>
          <a:prstGeom prst="rect">
            <a:avLst/>
          </a:prstGeom>
          <a:noFill/>
        </p:spPr>
      </p:pic>
      <p:pic>
        <p:nvPicPr>
          <p:cNvPr id="21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1219200" y="4572000"/>
            <a:ext cx="695325" cy="66675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2286000" y="511314"/>
            <a:ext cx="5791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ukf‘kd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‘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kgj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iksyhl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vk;qDrky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; 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0" r="13181" b="9914"/>
          <a:stretch>
            <a:fillRect/>
          </a:stretch>
        </p:blipFill>
        <p:spPr bwMode="auto">
          <a:xfrm>
            <a:off x="381000" y="457200"/>
            <a:ext cx="152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01200" y="4267200"/>
            <a:ext cx="676275" cy="6477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54 0.01202 C -0.11528 -0.02614 -0.16684 -0.0643 -0.21163 -0.08326 C -0.25642 -0.10223 -0.28264 -0.13761 -0.33264 -0.10153 C -0.38264 -0.06545 -0.4776 0.0821 -0.51163 0.13367 C -0.54566 0.18524 -0.53299 0.19449 -0.53629 0.20767 " pathEditMode="relative" ptsTypes="aaa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3 -0.01711 C 0.09514 -0.05157 0.13716 -0.08603 0.18282 -0.09435 C 0.2283 -0.10268 0.26025 -0.11887 0.32726 -0.0666 C 0.39427 -0.01434 0.54219 0.17207 0.58525 0.21971 " pathEditMode="relative" ptsTypes="aa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22 -0.06013 C -0.11111 -0.142 -0.175 -0.22364 -0.25469 -0.19658 C -0.33438 -0.16952 -0.48004 0.05273 -0.525 0.10268 " pathEditMode="relative" ptsTypes="a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87 0.00069 C 0.0585 -0.05042 0.06632 -0.1013 0.09409 -0.1309 C 0.12187 -0.1605 0.16076 -0.19658 0.21753 -0.17692 C 0.2743 -0.15727 0.38333 -0.06568 0.43489 -0.01249 C 0.48646 0.0407 0.51198 0.11655 0.52743 0.14223 " pathEditMode="relative" ptsTypes="aaaaA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47 -0.03793 C -0.17674 -0.1265 -0.24584 -0.21485 -0.30625 -0.22872 C -0.36667 -0.2426 -0.41702 -0.18062 -0.47049 -0.12188 C -0.52396 -0.06314 -0.60122 0.08233 -0.62726 0.12327 " pathEditMode="relative" ptsTypes="aa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364 -0.07169 C 0.12048 -0.12465 0.1375 -0.17761 0.17031 -0.20144 C 0.20312 -0.22526 0.24774 -0.23266 0.30104 -0.21462 C 0.35434 -0.19658 0.43507 -0.15194 0.48993 -0.09297 C 0.54479 -0.034 0.58767 0.0525 0.63073 0.13899 " pathEditMode="relative" ptsTypes="aaa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05000" y="807156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381000"/>
            <a:ext cx="80772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24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lkoZtfud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Jh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x.ks’kksRlo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&amp;2023</a:t>
            </a:r>
          </a:p>
          <a:p>
            <a:pPr algn="ctr"/>
            <a:endParaRPr lang="en-US" sz="32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prqFkhZ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 ¼LFkkiuk½   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fnukad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19@09@2023</a:t>
            </a:r>
          </a:p>
          <a:p>
            <a:pPr algn="ctr"/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Jh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bZn&amp;,&amp;feykn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fnukad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28@09@2023</a:t>
            </a:r>
          </a:p>
          <a:p>
            <a:pPr algn="ctr"/>
            <a:endParaRPr lang="en-US" sz="32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2800" b="1" dirty="0" err="1">
                <a:latin typeface="Kruti Dev 055" pitchFamily="2" charset="0"/>
              </a:rPr>
              <a:t>lu</a:t>
            </a:r>
            <a:r>
              <a:rPr lang="en-US" sz="2800" b="1" dirty="0">
                <a:latin typeface="Kruti Dev 055" pitchFamily="2" charset="0"/>
              </a:rPr>
              <a:t> &amp;2023 </a:t>
            </a:r>
            <a:r>
              <a:rPr lang="en-US" sz="2800" b="1" dirty="0" err="1">
                <a:latin typeface="Kruti Dev 055" pitchFamily="2" charset="0"/>
              </a:rPr>
              <a:t>x.ks’kksRlo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dk;Zdze</a:t>
            </a:r>
            <a:r>
              <a:rPr lang="en-US" sz="2800" b="1" dirty="0">
                <a:latin typeface="Kruti Dev 055" pitchFamily="2" charset="0"/>
              </a:rPr>
              <a:t> [</a:t>
            </a:r>
            <a:r>
              <a:rPr lang="en-US" sz="2800" b="1" dirty="0" err="1">
                <a:latin typeface="Kruti Dev 055" pitchFamily="2" charset="0"/>
              </a:rPr>
              <a:t>kkyhyizek.ks</a:t>
            </a:r>
            <a:r>
              <a:rPr lang="en-US" sz="2800" b="1" dirty="0">
                <a:latin typeface="Kruti Dev 055" pitchFamily="2" charset="0"/>
              </a:rPr>
              <a:t>%&amp;</a:t>
            </a:r>
          </a:p>
          <a:p>
            <a:r>
              <a:rPr lang="en-US" sz="2000" b="1" dirty="0">
                <a:latin typeface="Kruti Dev 055" pitchFamily="2" charset="0"/>
              </a:rPr>
              <a:t>1½ fn- 19@09@2023   </a:t>
            </a:r>
            <a:r>
              <a:rPr lang="en-US" sz="2000" b="1" dirty="0" err="1">
                <a:latin typeface="Kruti Dev 055" pitchFamily="2" charset="0"/>
              </a:rPr>
              <a:t>eaxGokj</a:t>
            </a:r>
            <a:r>
              <a:rPr lang="en-US" sz="2000" b="1" dirty="0">
                <a:latin typeface="Kruti Dev 055" pitchFamily="2" charset="0"/>
              </a:rPr>
              <a:t>   	¼Jh </a:t>
            </a:r>
            <a:r>
              <a:rPr lang="en-US" sz="2000" b="1" dirty="0" err="1">
                <a:latin typeface="Kruti Dev 055" pitchFamily="2" charset="0"/>
              </a:rPr>
              <a:t>x.ks’kkph</a:t>
            </a:r>
            <a:r>
              <a:rPr lang="en-US" sz="2000" b="1" dirty="0">
                <a:latin typeface="Kruti Dev 055" pitchFamily="2" charset="0"/>
              </a:rPr>
              <a:t> izfrLFkkiuk½</a:t>
            </a:r>
          </a:p>
          <a:p>
            <a:r>
              <a:rPr lang="en-US" sz="2000" b="1" dirty="0">
                <a:latin typeface="Kruti Dev 055" pitchFamily="2" charset="0"/>
              </a:rPr>
              <a:t>2½ fn- 20@09@2023    </a:t>
            </a:r>
            <a:r>
              <a:rPr lang="en-US" sz="2000" b="1" dirty="0" err="1">
                <a:latin typeface="Kruti Dev 055" pitchFamily="2" charset="0"/>
              </a:rPr>
              <a:t>cq</a:t>
            </a:r>
            <a:r>
              <a:rPr lang="en-US" sz="2000" b="1" dirty="0">
                <a:latin typeface="Kruti Dev 055" pitchFamily="2" charset="0"/>
              </a:rPr>
              <a:t>/</a:t>
            </a:r>
            <a:r>
              <a:rPr lang="en-US" sz="2000" b="1" dirty="0" err="1">
                <a:latin typeface="Kruti Dev 055" pitchFamily="2" charset="0"/>
              </a:rPr>
              <a:t>kokj</a:t>
            </a:r>
            <a:r>
              <a:rPr lang="en-US" sz="2000" b="1" dirty="0">
                <a:latin typeface="Kruti Dev 055" pitchFamily="2" charset="0"/>
              </a:rPr>
              <a:t>      	¼fnM </a:t>
            </a:r>
            <a:r>
              <a:rPr lang="en-US" sz="2000" b="1" dirty="0" err="1">
                <a:latin typeface="Kruti Dev 055" pitchFamily="2" charset="0"/>
              </a:rPr>
              <a:t>fnolkP;k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x.ks’kkps</a:t>
            </a:r>
            <a:r>
              <a:rPr lang="en-US" sz="2000" b="1" dirty="0">
                <a:latin typeface="Kruti Dev 055" pitchFamily="2" charset="0"/>
              </a:rPr>
              <a:t> foltZu½</a:t>
            </a:r>
          </a:p>
          <a:p>
            <a:r>
              <a:rPr lang="en-US" sz="2000" b="1" dirty="0">
                <a:latin typeface="Kruti Dev 055" pitchFamily="2" charset="0"/>
              </a:rPr>
              <a:t>3½ fn- 21@09@2023    </a:t>
            </a:r>
            <a:r>
              <a:rPr lang="en-US" sz="2000" b="1" dirty="0" err="1">
                <a:latin typeface="Kruti Dev 055" pitchFamily="2" charset="0"/>
              </a:rPr>
              <a:t>xq:okj</a:t>
            </a:r>
            <a:r>
              <a:rPr lang="en-US" sz="2000" b="1" dirty="0">
                <a:latin typeface="Kruti Dev 055" pitchFamily="2" charset="0"/>
              </a:rPr>
              <a:t>     	¼xkSjh vkxeu½</a:t>
            </a:r>
          </a:p>
          <a:p>
            <a:r>
              <a:rPr lang="en-US" sz="2000" b="1" dirty="0">
                <a:latin typeface="Kruti Dev 055" pitchFamily="2" charset="0"/>
              </a:rPr>
              <a:t>4½ fn- 23@09@2023    ‘</a:t>
            </a:r>
            <a:r>
              <a:rPr lang="en-US" sz="2000" b="1" dirty="0" err="1">
                <a:latin typeface="Kruti Dev 055" pitchFamily="2" charset="0"/>
              </a:rPr>
              <a:t>kfuokj</a:t>
            </a:r>
            <a:r>
              <a:rPr lang="en-US" sz="2000" b="1" dirty="0">
                <a:latin typeface="Kruti Dev 055" pitchFamily="2" charset="0"/>
              </a:rPr>
              <a:t>    	¼xkSjh </a:t>
            </a:r>
            <a:r>
              <a:rPr lang="en-US" sz="2000" b="1" dirty="0" err="1">
                <a:latin typeface="Kruti Dev 055" pitchFamily="2" charset="0"/>
              </a:rPr>
              <a:t>iqtu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ikp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fnolkaps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x.kirh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foltZu</a:t>
            </a:r>
            <a:r>
              <a:rPr lang="en-US" sz="2000" b="1" dirty="0">
                <a:latin typeface="Kruti Dev 055" pitchFamily="2" charset="0"/>
              </a:rPr>
              <a:t> ½</a:t>
            </a:r>
          </a:p>
          <a:p>
            <a:r>
              <a:rPr lang="en-US" sz="2000" b="1" dirty="0">
                <a:latin typeface="Kruti Dev 055" pitchFamily="2" charset="0"/>
              </a:rPr>
              <a:t>5½ fn- 24@09@2023     </a:t>
            </a:r>
            <a:r>
              <a:rPr lang="en-US" sz="2000" b="1" dirty="0" err="1">
                <a:latin typeface="Kruti Dev 055" pitchFamily="2" charset="0"/>
              </a:rPr>
              <a:t>jfookj</a:t>
            </a:r>
            <a:r>
              <a:rPr lang="en-US" sz="2000" b="1" dirty="0">
                <a:latin typeface="Kruti Dev 055" pitchFamily="2" charset="0"/>
              </a:rPr>
              <a:t>    		¼xkSjh o </a:t>
            </a:r>
            <a:r>
              <a:rPr lang="en-US" sz="2000" b="1" dirty="0" err="1">
                <a:latin typeface="Kruti Dev 055" pitchFamily="2" charset="0"/>
              </a:rPr>
              <a:t>ikp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fnolkaps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x.kirh</a:t>
            </a:r>
            <a:r>
              <a:rPr lang="en-US" sz="2000" b="1" dirty="0">
                <a:latin typeface="Kruti Dev 055" pitchFamily="2" charset="0"/>
              </a:rPr>
              <a:t> foltZu½</a:t>
            </a:r>
          </a:p>
          <a:p>
            <a:r>
              <a:rPr lang="en-US" sz="2000" b="1" dirty="0">
                <a:latin typeface="Kruti Dev 055" pitchFamily="2" charset="0"/>
              </a:rPr>
              <a:t>6½ fn- 25@09@2023    </a:t>
            </a:r>
            <a:r>
              <a:rPr lang="en-US" sz="2000" b="1" dirty="0" err="1">
                <a:latin typeface="Kruti Dev 055" pitchFamily="2" charset="0"/>
              </a:rPr>
              <a:t>lkseokj</a:t>
            </a:r>
            <a:r>
              <a:rPr lang="en-US" sz="2000" b="1" dirty="0">
                <a:latin typeface="Kruti Dev 055" pitchFamily="2" charset="0"/>
              </a:rPr>
              <a:t>    	¼lkr </a:t>
            </a:r>
            <a:r>
              <a:rPr lang="en-US" sz="2000" b="1" dirty="0" err="1">
                <a:latin typeface="Kruti Dev 055" pitchFamily="2" charset="0"/>
              </a:rPr>
              <a:t>fnolkP;k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Jhx.ks’kkps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foltZu</a:t>
            </a:r>
            <a:r>
              <a:rPr lang="en-US" sz="2000" b="1" dirty="0">
                <a:latin typeface="Kruti Dev 055" pitchFamily="2" charset="0"/>
              </a:rPr>
              <a:t> ½</a:t>
            </a:r>
          </a:p>
          <a:p>
            <a:r>
              <a:rPr lang="en-US" sz="2000" b="1" dirty="0">
                <a:latin typeface="Kruti Dev 055" pitchFamily="2" charset="0"/>
              </a:rPr>
              <a:t>7½ fn- 28@09@2023    </a:t>
            </a:r>
            <a:r>
              <a:rPr lang="en-US" sz="2000" b="1" dirty="0" err="1">
                <a:latin typeface="Kruti Dev 055" pitchFamily="2" charset="0"/>
              </a:rPr>
              <a:t>xq:okj</a:t>
            </a:r>
            <a:r>
              <a:rPr lang="en-US" sz="2000" b="1" dirty="0">
                <a:latin typeface="Kruti Dev 055" pitchFamily="2" charset="0"/>
              </a:rPr>
              <a:t>    		¼vuar </a:t>
            </a:r>
            <a:r>
              <a:rPr lang="en-US" sz="2000" b="1" dirty="0" err="1">
                <a:latin typeface="Kruti Dev 055" pitchFamily="2" charset="0"/>
              </a:rPr>
              <a:t>prqnZ’kh</a:t>
            </a:r>
            <a:r>
              <a:rPr lang="en-US" sz="2000" b="1" dirty="0">
                <a:latin typeface="Kruti Dev 055" pitchFamily="2" charset="0"/>
              </a:rPr>
              <a:t>  10 </a:t>
            </a:r>
            <a:r>
              <a:rPr lang="en-US" sz="2000" b="1" dirty="0" err="1">
                <a:latin typeface="Kruti Dev 055" pitchFamily="2" charset="0"/>
              </a:rPr>
              <a:t>fnolkaP;k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x.ks’kkps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foltZu</a:t>
            </a:r>
            <a:r>
              <a:rPr lang="en-US" sz="2000" b="1" dirty="0">
                <a:latin typeface="Kruti Dev 055" pitchFamily="2" charset="0"/>
              </a:rPr>
              <a:t> ½ </a:t>
            </a:r>
          </a:p>
          <a:p>
            <a:pPr>
              <a:buNone/>
            </a:pPr>
            <a:r>
              <a:rPr lang="en-US" sz="2000" b="1" dirty="0">
                <a:latin typeface="Kruti Dev 055" pitchFamily="2" charset="0"/>
              </a:rPr>
              <a:t>                                    		o </a:t>
            </a:r>
            <a:r>
              <a:rPr lang="en-US" sz="2000" b="1" dirty="0" err="1">
                <a:latin typeface="Kruti Dev 055" pitchFamily="2" charset="0"/>
              </a:rPr>
              <a:t>bZn&amp;,&amp;feykn</a:t>
            </a:r>
            <a:r>
              <a:rPr lang="en-US" sz="2000" b="1" dirty="0">
                <a:latin typeface="Kruti Dev 055" pitchFamily="2" charset="0"/>
              </a:rPr>
              <a:t> </a:t>
            </a:r>
          </a:p>
          <a:p>
            <a:pPr algn="ctr"/>
            <a:r>
              <a:rPr lang="en-US" sz="2000" b="1" dirty="0" err="1">
                <a:latin typeface="Kruti Dev 055" pitchFamily="2" charset="0"/>
              </a:rPr>
              <a:t>v’kkizdkjs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mRlo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laiUu</a:t>
            </a:r>
            <a:r>
              <a:rPr lang="en-US" sz="2000" b="1" dirty="0">
                <a:latin typeface="Kruti Dev 055" pitchFamily="2" charset="0"/>
              </a:rPr>
              <a:t> gks.kkj </a:t>
            </a:r>
            <a:r>
              <a:rPr lang="en-US" sz="2000" b="1" dirty="0" err="1">
                <a:latin typeface="Kruti Dev 055" pitchFamily="2" charset="0"/>
              </a:rPr>
              <a:t>vkgs</a:t>
            </a:r>
            <a:r>
              <a:rPr lang="en-US" sz="2000" b="1" dirty="0">
                <a:latin typeface="Kruti Dev 055" pitchFamily="2" charset="0"/>
              </a:rPr>
              <a:t>-</a:t>
            </a:r>
            <a:endParaRPr lang="en-US" sz="54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685800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638175"/>
            <a:ext cx="76200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/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ouh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{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ksid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ijokuxh</a:t>
            </a:r>
            <a:endParaRPr lang="en-US" sz="36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 algn="ctr"/>
            <a:endParaRPr lang="en-US" sz="2800" b="1" dirty="0">
              <a:latin typeface="Kruti Dev 055" pitchFamily="2" charset="0"/>
            </a:endParaRPr>
          </a:p>
          <a:p>
            <a:pPr algn="ctr"/>
            <a:r>
              <a:rPr lang="en-US" sz="2800" b="1" dirty="0" err="1">
                <a:latin typeface="Kruti Dev 055" pitchFamily="2" charset="0"/>
              </a:rPr>
              <a:t>Jhx.ks’kksRlo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dkGkr</a:t>
            </a:r>
            <a:r>
              <a:rPr lang="en-US" sz="2800" b="1" dirty="0">
                <a:latin typeface="Kruti Dev 055" pitchFamily="2" charset="0"/>
              </a:rPr>
              <a:t> [</a:t>
            </a:r>
            <a:r>
              <a:rPr lang="en-US" sz="2800" b="1" dirty="0" err="1">
                <a:latin typeface="Kruti Dev 055" pitchFamily="2" charset="0"/>
              </a:rPr>
              <a:t>kkyhy</a:t>
            </a:r>
            <a:r>
              <a:rPr lang="en-US" sz="2800" b="1" dirty="0">
                <a:latin typeface="Kruti Dev 055" pitchFamily="2" charset="0"/>
              </a:rPr>
              <a:t> ‘</a:t>
            </a:r>
            <a:r>
              <a:rPr lang="en-US" sz="2800" b="1" dirty="0" err="1">
                <a:latin typeface="Kruti Dev 055" pitchFamily="2" charset="0"/>
              </a:rPr>
              <a:t>ksoVps</a:t>
            </a:r>
            <a:r>
              <a:rPr lang="en-US" sz="2800" b="1" dirty="0">
                <a:latin typeface="Kruti Dev 055" pitchFamily="2" charset="0"/>
              </a:rPr>
              <a:t> 04 </a:t>
            </a:r>
            <a:r>
              <a:rPr lang="en-US" sz="2800" b="1" dirty="0" err="1">
                <a:latin typeface="Kruti Dev 055" pitchFamily="2" charset="0"/>
              </a:rPr>
              <a:t>fnol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jk</a:t>
            </a:r>
            <a:r>
              <a:rPr lang="en-US" sz="2800" b="1" dirty="0">
                <a:latin typeface="Kruti Dev 055" pitchFamily="2" charset="0"/>
              </a:rPr>
              <a:t>=h 12-00 </a:t>
            </a:r>
            <a:r>
              <a:rPr lang="en-US" sz="2800" b="1" dirty="0" err="1">
                <a:latin typeface="Kruti Dev 055" pitchFamily="2" charset="0"/>
              </a:rPr>
              <a:t>okts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ikosrks</a:t>
            </a:r>
            <a:r>
              <a:rPr lang="en-US" sz="2800" b="1" dirty="0">
                <a:latin typeface="Kruti Dev 055" pitchFamily="2" charset="0"/>
              </a:rPr>
              <a:t> ok| </a:t>
            </a:r>
            <a:r>
              <a:rPr lang="en-US" sz="2800" b="1" dirty="0" err="1">
                <a:latin typeface="Kruti Dev 055" pitchFamily="2" charset="0"/>
              </a:rPr>
              <a:t>oktfo.ks</a:t>
            </a:r>
            <a:r>
              <a:rPr lang="en-US" sz="2800" b="1" dirty="0">
                <a:latin typeface="Kruti Dev 055" pitchFamily="2" charset="0"/>
              </a:rPr>
              <a:t>] /</a:t>
            </a:r>
            <a:r>
              <a:rPr lang="en-US" sz="2800" b="1" dirty="0" err="1">
                <a:latin typeface="Kruti Dev 055" pitchFamily="2" charset="0"/>
              </a:rPr>
              <a:t>ouh</a:t>
            </a:r>
            <a:r>
              <a:rPr lang="en-US" sz="2800" b="1" dirty="0">
                <a:latin typeface="Kruti Dev 055" pitchFamily="2" charset="0"/>
              </a:rPr>
              <a:t>{</a:t>
            </a:r>
            <a:r>
              <a:rPr lang="en-US" sz="2800" b="1" dirty="0" err="1">
                <a:latin typeface="Kruti Dev 055" pitchFamily="2" charset="0"/>
              </a:rPr>
              <a:t>ksid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ijokuxh</a:t>
            </a:r>
            <a:r>
              <a:rPr lang="en-US" sz="2800" b="1" dirty="0">
                <a:latin typeface="Kruti Dev 055" pitchFamily="2" charset="0"/>
              </a:rPr>
              <a:t> 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¼egkjk”Vª ‘</a:t>
            </a:r>
            <a:r>
              <a:rPr lang="en-US" sz="2800" b="1" dirty="0" err="1">
                <a:latin typeface="Kruti Dev 055" pitchFamily="2" charset="0"/>
              </a:rPr>
              <a:t>kklu</a:t>
            </a:r>
            <a:r>
              <a:rPr lang="en-US" sz="2800" b="1" dirty="0">
                <a:latin typeface="Kruti Dev 055" pitchFamily="2" charset="0"/>
              </a:rPr>
              <a:t> ;</a:t>
            </a:r>
            <a:r>
              <a:rPr lang="en-US" sz="2800" b="1" dirty="0" err="1">
                <a:latin typeface="Kruti Dev 055" pitchFamily="2" charset="0"/>
              </a:rPr>
              <a:t>kapsdMhy</a:t>
            </a:r>
            <a:r>
              <a:rPr lang="en-US" sz="2800" b="1" dirty="0">
                <a:latin typeface="Kruti Dev 055" pitchFamily="2" charset="0"/>
              </a:rPr>
              <a:t> vkns’kkUo;s½</a:t>
            </a:r>
          </a:p>
          <a:p>
            <a:pPr algn="ctr"/>
            <a:endParaRPr lang="en-US" sz="28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2800" b="1" dirty="0">
                <a:latin typeface="Kruti Dev 055" pitchFamily="2" charset="0"/>
              </a:rPr>
              <a:t>v½ fn-25@09@2023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c½ fn-26@09@2023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d½ fn-27@09@2023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M½ fn-28@09@2023 ¼Jhx.ks’k </a:t>
            </a:r>
            <a:r>
              <a:rPr lang="en-US" sz="2800" b="1" dirty="0" err="1">
                <a:latin typeface="Kruti Dev 055" pitchFamily="2" charset="0"/>
              </a:rPr>
              <a:t>foltZu</a:t>
            </a:r>
            <a:r>
              <a:rPr lang="en-US" sz="2800" b="1" dirty="0">
                <a:latin typeface="Kruti Dev 055" pitchFamily="2" charset="0"/>
              </a:rPr>
              <a:t> fejo.kwd½</a:t>
            </a: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066800" y="838200"/>
            <a:ext cx="67056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400" y="762000"/>
            <a:ext cx="80772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2023 e/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khy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eaMGkapah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la[;k </a:t>
            </a:r>
            <a:endParaRPr lang="en-US" sz="48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/>
            <a:r>
              <a:rPr lang="en-US" sz="3200" b="1" dirty="0">
                <a:latin typeface="Kruti Dev 055" pitchFamily="2" charset="0"/>
              </a:rPr>
              <a:t>	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1½ </a:t>
            </a:r>
            <a:r>
              <a:rPr lang="en-US" sz="2800" b="1" dirty="0" err="1">
                <a:latin typeface="Kruti Dev 055" pitchFamily="2" charset="0"/>
              </a:rPr>
              <a:t>lkoZtfud</a:t>
            </a:r>
            <a:r>
              <a:rPr lang="en-US" sz="2800" b="1" dirty="0">
                <a:latin typeface="Kruti Dev 055" pitchFamily="2" charset="0"/>
              </a:rPr>
              <a:t>  </a:t>
            </a:r>
            <a:r>
              <a:rPr lang="en-US" sz="2800" b="1" dirty="0" err="1">
                <a:latin typeface="Kruti Dev 055" pitchFamily="2" charset="0"/>
              </a:rPr>
              <a:t>eksBh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		% 201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2½ </a:t>
            </a:r>
            <a:r>
              <a:rPr lang="en-US" sz="2800" b="1" dirty="0" err="1">
                <a:latin typeface="Kruti Dev 055" pitchFamily="2" charset="0"/>
              </a:rPr>
              <a:t>lkoZtfud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ygku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  		% 562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3½ </a:t>
            </a:r>
            <a:r>
              <a:rPr lang="en-US" sz="2800" b="1" dirty="0" err="1">
                <a:latin typeface="Kruti Dev 055" pitchFamily="2" charset="0"/>
              </a:rPr>
              <a:t>ekSY;oku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            		% 027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4½ ,</a:t>
            </a:r>
            <a:r>
              <a:rPr lang="en-US" sz="2800" b="1" dirty="0" err="1">
                <a:latin typeface="Kruti Dev 055" pitchFamily="2" charset="0"/>
              </a:rPr>
              <a:t>dq.k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	         			% 790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5½ [</a:t>
            </a:r>
            <a:r>
              <a:rPr lang="en-US" sz="2800" b="1" dirty="0" err="1">
                <a:latin typeface="Kruti Dev 055" pitchFamily="2" charset="0"/>
              </a:rPr>
              <a:t>kktxh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x.ks’k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¼vankts ½ 	% 1]25]389</a:t>
            </a:r>
            <a:endParaRPr lang="en-US" sz="4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4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914400" y="228600"/>
            <a:ext cx="769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4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714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83072"/>
              </p:ext>
            </p:extLst>
          </p:nvPr>
        </p:nvGraphicFramePr>
        <p:xfrm>
          <a:off x="380999" y="228600"/>
          <a:ext cx="7620003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7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iksyhl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LVs’ku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lkoZtfud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x.ks’k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mRlo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eaMGkaph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la[;k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Kruti Dev 05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Kruti Dev 05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dq.k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x.kirh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la[;k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eksBs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eaMG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ygku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eaMG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ekSY;oku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vkMxko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23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iapoVh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18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39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03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60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Egl:G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08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36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ljdkjokMk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19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29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06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54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Hknzdkyh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08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87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Xkaxkiqj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57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eqaacbZukdk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Lkkriqj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67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82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vacM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102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115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baafnjkuxj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55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miuxj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16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60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ukf‘kd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jksM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15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32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58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ns-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dWEi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10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47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04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61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dq.k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201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562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27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790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381000"/>
            <a:ext cx="8077200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sz="2000" b="1" dirty="0">
              <a:latin typeface="Kruti Dev 055" pitchFamily="2" charset="0"/>
            </a:endParaRPr>
          </a:p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fejo.kqd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 </a:t>
            </a:r>
          </a:p>
          <a:p>
            <a:pPr lvl="0" algn="ctr"/>
            <a:endParaRPr lang="en-US" sz="1100" b="1" dirty="0">
              <a:latin typeface="Kruti Dev 055" pitchFamily="2" charset="0"/>
            </a:endParaRPr>
          </a:p>
          <a:p>
            <a:pPr algn="just"/>
            <a:endParaRPr lang="en-US" sz="2200" b="1" dirty="0">
              <a:latin typeface="Kruti Dev 055" pitchFamily="2" charset="0"/>
            </a:endParaRPr>
          </a:p>
          <a:p>
            <a:pPr algn="just"/>
            <a:r>
              <a:rPr lang="en-US" sz="2400" b="1" dirty="0">
                <a:latin typeface="Kruti Dev 055" pitchFamily="2" charset="0"/>
              </a:rPr>
              <a:t>1½ </a:t>
            </a:r>
            <a:r>
              <a:rPr lang="en-US" sz="2400" b="1" dirty="0" err="1">
                <a:latin typeface="Kruti Dev 055" pitchFamily="2" charset="0"/>
              </a:rPr>
              <a:t>Hknzdkyh</a:t>
            </a:r>
            <a:r>
              <a:rPr lang="en-US" sz="2400" b="1" dirty="0">
                <a:latin typeface="Kruti Dev 055" pitchFamily="2" charset="0"/>
              </a:rPr>
              <a:t>] </a:t>
            </a:r>
            <a:r>
              <a:rPr lang="en-US" sz="2400" b="1" dirty="0" err="1">
                <a:latin typeface="Kruti Dev 055" pitchFamily="2" charset="0"/>
              </a:rPr>
              <a:t>ljdkjokMk</a:t>
            </a:r>
            <a:r>
              <a:rPr lang="en-US" sz="2400" b="1" dirty="0">
                <a:latin typeface="Kruti Dev 055" pitchFamily="2" charset="0"/>
              </a:rPr>
              <a:t> o </a:t>
            </a:r>
            <a:r>
              <a:rPr lang="en-US" sz="2400" b="1" dirty="0" err="1">
                <a:latin typeface="Kruti Dev 055" pitchFamily="2" charset="0"/>
              </a:rPr>
              <a:t>iapoVh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iks</a:t>
            </a:r>
            <a:r>
              <a:rPr lang="en-US" sz="2400" b="1" dirty="0">
                <a:latin typeface="Kruti Dev 055" pitchFamily="2" charset="0"/>
              </a:rPr>
              <a:t>-LVs- </a:t>
            </a:r>
            <a:r>
              <a:rPr lang="en-US" sz="2400" b="1" dirty="0" err="1">
                <a:latin typeface="Kruti Dev 055" pitchFamily="2" charset="0"/>
              </a:rPr>
              <a:t>gn~nhr</a:t>
            </a:r>
            <a:r>
              <a:rPr lang="en-US" sz="2400" b="1" dirty="0">
                <a:latin typeface="Kruti Dev 055" pitchFamily="2" charset="0"/>
              </a:rPr>
              <a:t>%&amp; </a:t>
            </a:r>
          </a:p>
          <a:p>
            <a:pPr algn="just"/>
            <a:endParaRPr lang="en-US" sz="2400" b="1" dirty="0">
              <a:latin typeface="Kruti Dev 055" pitchFamily="2" charset="0"/>
            </a:endParaRPr>
          </a:p>
          <a:p>
            <a:pPr algn="just"/>
            <a:r>
              <a:rPr lang="en-US" sz="2400" b="1" dirty="0" err="1">
                <a:latin typeface="Kruti Dev 055" pitchFamily="2" charset="0"/>
              </a:rPr>
              <a:t>ukf’kd</a:t>
            </a:r>
            <a:r>
              <a:rPr lang="en-US" sz="2400" b="1" dirty="0">
                <a:latin typeface="Kruti Dev 055" pitchFamily="2" charset="0"/>
              </a:rPr>
              <a:t> ‘</a:t>
            </a:r>
            <a:r>
              <a:rPr lang="en-US" sz="2400" b="1" dirty="0" err="1">
                <a:latin typeface="Kruti Dev 055" pitchFamily="2" charset="0"/>
              </a:rPr>
              <a:t>kgjkrhy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eq</a:t>
            </a:r>
            <a:r>
              <a:rPr lang="en-US" sz="2400" b="1" dirty="0">
                <a:latin typeface="Kruti Dev 055" pitchFamily="2" charset="0"/>
              </a:rPr>
              <a:t>[; </a:t>
            </a:r>
            <a:r>
              <a:rPr lang="en-US" sz="2400" b="1" dirty="0" err="1">
                <a:latin typeface="Kruti Dev 055" pitchFamily="2" charset="0"/>
              </a:rPr>
              <a:t>x.kirh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foltZu</a:t>
            </a:r>
            <a:r>
              <a:rPr lang="en-US" sz="2400" b="1" dirty="0">
                <a:latin typeface="Kruti Dev 055" pitchFamily="2" charset="0"/>
              </a:rPr>
              <a:t> fejo.kqd</a:t>
            </a:r>
            <a:r>
              <a:rPr lang="en-US" sz="2400" dirty="0">
                <a:latin typeface="Kruti Dev 055" pitchFamily="2" charset="0"/>
              </a:rPr>
              <a:t>%&amp; </a:t>
            </a:r>
            <a:r>
              <a:rPr lang="en-US" sz="2400" b="1" dirty="0">
                <a:latin typeface="Kruti Dev 055" pitchFamily="2" charset="0"/>
              </a:rPr>
              <a:t>¼Hknzdkyh gn~n½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eaMbZ</a:t>
            </a:r>
            <a:r>
              <a:rPr lang="en-US" sz="2400" dirty="0">
                <a:latin typeface="Kruti Dev 055" pitchFamily="2" charset="0"/>
              </a:rPr>
              <a:t> ¼okdMh ckjo½ &amp; </a:t>
            </a:r>
            <a:r>
              <a:rPr lang="en-US" sz="2400" dirty="0" err="1">
                <a:latin typeface="Kruti Dev 055" pitchFamily="2" charset="0"/>
              </a:rPr>
              <a:t>dknj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ekdsZV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Qqys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eaMbZ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vCnqy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gehn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ckn’kkgh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dkWuZj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xkMxs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egkjkt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iqrGk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b="1" dirty="0">
                <a:latin typeface="Kruti Dev 055" pitchFamily="2" charset="0"/>
              </a:rPr>
              <a:t>¼ljdkjokMk gn~n½</a:t>
            </a:r>
            <a:r>
              <a:rPr lang="en-US" sz="2400" dirty="0">
                <a:latin typeface="Kruti Dev 055" pitchFamily="2" charset="0"/>
              </a:rPr>
              <a:t> /</a:t>
            </a:r>
            <a:r>
              <a:rPr lang="en-US" sz="2400" dirty="0" err="1">
                <a:latin typeface="Kruti Dev 055" pitchFamily="2" charset="0"/>
              </a:rPr>
              <a:t>kqekG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ikWbaV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lkaxyh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cWd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esgsj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flXuy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v’kksdLraHk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jfookj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dkjatk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b="1" dirty="0">
                <a:latin typeface="Kruti Dev 055" pitchFamily="2" charset="0"/>
              </a:rPr>
              <a:t>¼iapoVh gn~n½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ekysxko</a:t>
            </a:r>
            <a:r>
              <a:rPr lang="en-US" sz="2400" dirty="0">
                <a:latin typeface="Kruti Dev 055" pitchFamily="2" charset="0"/>
              </a:rPr>
              <a:t> LVW.M &amp; </a:t>
            </a:r>
            <a:r>
              <a:rPr lang="en-US" sz="2400" dirty="0" err="1">
                <a:latin typeface="Kruti Dev 055" pitchFamily="2" charset="0"/>
              </a:rPr>
              <a:t>Eglksck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egkjkt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iVkx.k</a:t>
            </a:r>
            <a:r>
              <a:rPr lang="en-US" sz="2400" dirty="0">
                <a:latin typeface="Kruti Dev 055" pitchFamily="2" charset="0"/>
              </a:rPr>
              <a:t> ;kfBdk.kh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gksrs</a:t>
            </a:r>
            <a:r>
              <a:rPr lang="en-US" sz="2400" dirty="0">
                <a:latin typeface="Kruti Dev 055" pitchFamily="2" charset="0"/>
              </a:rPr>
              <a:t>- </a:t>
            </a:r>
          </a:p>
          <a:p>
            <a:pPr algn="just"/>
            <a:r>
              <a:rPr lang="en-US" sz="2400" dirty="0" err="1">
                <a:latin typeface="Kruti Dev 055" pitchFamily="2" charset="0"/>
              </a:rPr>
              <a:t>lnj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Hknzdkyh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iks</a:t>
            </a:r>
            <a:r>
              <a:rPr lang="en-US" sz="2400" dirty="0">
                <a:latin typeface="Kruti Dev 055" pitchFamily="2" charset="0"/>
              </a:rPr>
              <a:t>-LVs- </a:t>
            </a:r>
            <a:r>
              <a:rPr lang="en-US" sz="2400" dirty="0" err="1">
                <a:latin typeface="Kruti Dev 055" pitchFamily="2" charset="0"/>
              </a:rPr>
              <a:t>gn~nhr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tgkWxhj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eLthn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tgkWxhj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dczLFkku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rlsp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gsyckoMh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eLthn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eq</a:t>
            </a:r>
            <a:r>
              <a:rPr lang="en-US" sz="2400" dirty="0">
                <a:latin typeface="Kruti Dev 055" pitchFamily="2" charset="0"/>
              </a:rPr>
              <a:t>[; fejo.kqd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okdMh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ckjo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rs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vCnqy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gehn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eqLyhe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cgqy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</a:t>
            </a:r>
            <a:endParaRPr lang="en-US" sz="54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" y="1752600"/>
            <a:ext cx="7391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Kruti Dev 055" pitchFamily="2" charset="0"/>
              </a:rPr>
              <a:t>2½ </a:t>
            </a:r>
            <a:r>
              <a:rPr lang="en-US" sz="2800" b="1" dirty="0" err="1">
                <a:latin typeface="Kruti Dev 055" pitchFamily="2" charset="0"/>
              </a:rPr>
              <a:t>Ukkf’kdjksM</a:t>
            </a:r>
            <a:r>
              <a:rPr lang="en-US" sz="2800" b="1" dirty="0">
                <a:latin typeface="Kruti Dev 055" pitchFamily="2" charset="0"/>
              </a:rPr>
              <a:t>] </a:t>
            </a:r>
            <a:r>
              <a:rPr lang="en-US" sz="2800" b="1" dirty="0" err="1">
                <a:latin typeface="Kruti Dev 055" pitchFamily="2" charset="0"/>
              </a:rPr>
              <a:t>miuxj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iks</a:t>
            </a:r>
            <a:r>
              <a:rPr lang="en-US" sz="2800" b="1" dirty="0">
                <a:latin typeface="Kruti Dev 055" pitchFamily="2" charset="0"/>
              </a:rPr>
              <a:t>-LVs- </a:t>
            </a:r>
            <a:r>
              <a:rPr lang="en-US" sz="2800" b="1" dirty="0" err="1">
                <a:latin typeface="Kruti Dev 055" pitchFamily="2" charset="0"/>
              </a:rPr>
              <a:t>gn~nhr</a:t>
            </a:r>
            <a:r>
              <a:rPr lang="en-US" sz="2800" b="1" dirty="0">
                <a:latin typeface="Kruti Dev 055" pitchFamily="2" charset="0"/>
              </a:rPr>
              <a:t> %&amp; </a:t>
            </a:r>
          </a:p>
          <a:p>
            <a:pPr lvl="0" algn="just"/>
            <a:r>
              <a:rPr lang="en-US" sz="2800" dirty="0">
                <a:latin typeface="Kruti Dev 055" pitchFamily="2" charset="0"/>
              </a:rPr>
              <a:t>              </a:t>
            </a:r>
            <a:r>
              <a:rPr lang="en-US" sz="2800" dirty="0" err="1">
                <a:latin typeface="Kruti Dev 055" pitchFamily="2" charset="0"/>
              </a:rPr>
              <a:t>ukf’kdjksM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iks</a:t>
            </a:r>
            <a:r>
              <a:rPr lang="en-US" sz="2800" dirty="0">
                <a:latin typeface="Kruti Dev 055" pitchFamily="2" charset="0"/>
              </a:rPr>
              <a:t>-LVs- </a:t>
            </a:r>
            <a:r>
              <a:rPr lang="en-US" sz="2800" dirty="0" err="1">
                <a:latin typeface="Kruti Dev 055" pitchFamily="2" charset="0"/>
              </a:rPr>
              <a:t>gn~nhrhy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x.ks’k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foltZu</a:t>
            </a:r>
            <a:r>
              <a:rPr lang="en-US" sz="2800" dirty="0">
                <a:latin typeface="Kruti Dev 055" pitchFamily="2" charset="0"/>
              </a:rPr>
              <a:t> fejo.kqd </a:t>
            </a:r>
            <a:r>
              <a:rPr lang="en-US" sz="2800" dirty="0" err="1">
                <a:latin typeface="Kruti Dev 055" pitchFamily="2" charset="0"/>
              </a:rPr>
              <a:t>gh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fcVdks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 ;</a:t>
            </a:r>
            <a:r>
              <a:rPr lang="en-US" sz="2800" dirty="0" err="1">
                <a:latin typeface="Kruti Dev 055" pitchFamily="2" charset="0"/>
              </a:rPr>
              <a:t>sFkwu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lq</a:t>
            </a:r>
            <a:r>
              <a:rPr lang="en-US" sz="2800" dirty="0">
                <a:latin typeface="Kruti Dev 055" pitchFamily="2" charset="0"/>
              </a:rPr>
              <a:t>: </a:t>
            </a:r>
            <a:r>
              <a:rPr lang="en-US" sz="2800" dirty="0" err="1">
                <a:latin typeface="Kruti Dev 055" pitchFamily="2" charset="0"/>
              </a:rPr>
              <a:t>gksr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vlwu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rh</a:t>
            </a:r>
            <a:r>
              <a:rPr lang="en-US" sz="2800" dirty="0">
                <a:latin typeface="Kruti Dev 055" pitchFamily="2" charset="0"/>
              </a:rPr>
              <a:t> N=</a:t>
            </a:r>
            <a:r>
              <a:rPr lang="en-US" sz="2800" dirty="0" err="1">
                <a:latin typeface="Kruti Dev 055" pitchFamily="2" charset="0"/>
              </a:rPr>
              <a:t>irh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f’kokth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egkjkt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iqrGk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nsoh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ukf’kdjksM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jsYosLVs’ku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lRdkj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ikWbaV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b="1" dirty="0">
                <a:latin typeface="Kruti Dev 055" pitchFamily="2" charset="0"/>
              </a:rPr>
              <a:t>¼miuxj gn~n½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Jhjke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eafnj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nsoGkyh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xko</a:t>
            </a:r>
            <a:r>
              <a:rPr lang="en-US" sz="2800" dirty="0">
                <a:latin typeface="Kruti Dev 055" pitchFamily="2" charset="0"/>
              </a:rPr>
              <a:t>  &amp;</a:t>
            </a:r>
            <a:r>
              <a:rPr lang="en-US" sz="2800" dirty="0" err="1">
                <a:latin typeface="Kruti Dev 055" pitchFamily="2" charset="0"/>
              </a:rPr>
              <a:t>okynsoh</a:t>
            </a:r>
            <a:r>
              <a:rPr lang="en-US" sz="2800" dirty="0">
                <a:latin typeface="Kruti Dev 055" pitchFamily="2" charset="0"/>
              </a:rPr>
              <a:t> unh ;</a:t>
            </a:r>
            <a:r>
              <a:rPr lang="en-US" sz="2800" dirty="0" err="1">
                <a:latin typeface="Kruti Dev 055" pitchFamily="2" charset="0"/>
              </a:rPr>
              <a:t>sFkhy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foltZu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LFkGkoj</a:t>
            </a:r>
            <a:r>
              <a:rPr lang="en-US" sz="2800" dirty="0">
                <a:latin typeface="Kruti Dev 055" pitchFamily="2" charset="0"/>
              </a:rPr>
              <a:t> lairs-   </a:t>
            </a:r>
          </a:p>
          <a:p>
            <a:pPr lvl="0" algn="just"/>
            <a:r>
              <a:rPr lang="en-US" sz="2800" dirty="0">
                <a:latin typeface="Kruti Dev 055" pitchFamily="2" charset="0"/>
              </a:rPr>
              <a:t>	 </a:t>
            </a:r>
            <a:r>
              <a:rPr lang="en-US" sz="2800" dirty="0" err="1">
                <a:latin typeface="Kruti Dev 055" pitchFamily="2" charset="0"/>
              </a:rPr>
              <a:t>lnj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ekxkZiklwu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tkek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eLthn</a:t>
            </a:r>
            <a:r>
              <a:rPr lang="en-US" sz="2800" dirty="0">
                <a:latin typeface="Kruti Dev 055" pitchFamily="2" charset="0"/>
              </a:rPr>
              <a:t> 50 </a:t>
            </a:r>
            <a:r>
              <a:rPr lang="en-US" sz="2800" dirty="0" err="1">
                <a:latin typeface="Kruti Dev 055" pitchFamily="2" charset="0"/>
              </a:rPr>
              <a:t>QqV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varjkoj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vkgs</a:t>
            </a:r>
            <a:r>
              <a:rPr lang="en-US" sz="2800" dirty="0">
                <a:latin typeface="Kruti Dev 055" pitchFamily="2" charset="0"/>
              </a:rPr>
              <a:t>- </a:t>
            </a:r>
            <a:r>
              <a:rPr lang="en-US" sz="2800" dirty="0" err="1">
                <a:latin typeface="Kruti Dev 055" pitchFamily="2" charset="0"/>
              </a:rPr>
              <a:t>lnj</a:t>
            </a:r>
            <a:r>
              <a:rPr lang="en-US" sz="2800" dirty="0">
                <a:latin typeface="Kruti Dev 055" pitchFamily="2" charset="0"/>
              </a:rPr>
              <a:t> fBdk.kh </a:t>
            </a:r>
            <a:r>
              <a:rPr lang="en-US" sz="2800" dirty="0" err="1">
                <a:latin typeface="Kruti Dev 055" pitchFamily="2" charset="0"/>
              </a:rPr>
              <a:t>feJ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oLrh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vkgs</a:t>
            </a:r>
            <a:r>
              <a:rPr lang="en-US" sz="2800" dirty="0">
                <a:latin typeface="Kruti Dev 055" pitchFamily="2" charset="0"/>
              </a:rPr>
              <a:t>-</a:t>
            </a: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81200" y="649069"/>
            <a:ext cx="42803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 fejo.kqd </a:t>
            </a:r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dz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- 2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2954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Kruti Dev 055" pitchFamily="2" charset="0"/>
              </a:rPr>
              <a:t>3½ </a:t>
            </a:r>
            <a:r>
              <a:rPr lang="en-US" sz="2400" b="1" dirty="0" err="1">
                <a:latin typeface="Kruti Dev 055" pitchFamily="2" charset="0"/>
              </a:rPr>
              <a:t>nsoGkyh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dWEi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iks</a:t>
            </a:r>
            <a:r>
              <a:rPr lang="en-US" sz="2400" b="1" dirty="0">
                <a:latin typeface="Kruti Dev 055" pitchFamily="2" charset="0"/>
              </a:rPr>
              <a:t>-LVs- </a:t>
            </a:r>
            <a:r>
              <a:rPr lang="en-US" sz="2400" b="1" dirty="0" err="1">
                <a:latin typeface="Kruti Dev 055" pitchFamily="2" charset="0"/>
              </a:rPr>
              <a:t>gn~nhr</a:t>
            </a:r>
            <a:r>
              <a:rPr lang="en-US" sz="2400" b="1" dirty="0">
                <a:latin typeface="Kruti Dev 055" pitchFamily="2" charset="0"/>
              </a:rPr>
              <a:t> %&amp; </a:t>
            </a:r>
            <a:endParaRPr lang="en-US" sz="2400" dirty="0">
              <a:latin typeface="Kruti Dev 055" pitchFamily="2" charset="0"/>
            </a:endParaRPr>
          </a:p>
          <a:p>
            <a:pPr lvl="0" algn="just"/>
            <a:r>
              <a:rPr lang="en-US" sz="2400" dirty="0" err="1">
                <a:latin typeface="Kruti Dev 055" pitchFamily="2" charset="0"/>
              </a:rPr>
              <a:t>nsoGkyh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dWEi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iks-LVs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g|hrhy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x.ks’k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ukdk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lq</a:t>
            </a:r>
            <a:r>
              <a:rPr lang="en-US" sz="2400" dirty="0">
                <a:latin typeface="Kruti Dev 055" pitchFamily="2" charset="0"/>
              </a:rPr>
              <a:t>: </a:t>
            </a:r>
            <a:r>
              <a:rPr lang="en-US" sz="2400" dirty="0" err="1">
                <a:latin typeface="Kruti Dev 055" pitchFamily="2" charset="0"/>
              </a:rPr>
              <a:t>gksr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 </a:t>
            </a:r>
            <a:r>
              <a:rPr lang="en-US" sz="2400" dirty="0" err="1">
                <a:latin typeface="Kruti Dev 055" pitchFamily="2" charset="0"/>
              </a:rPr>
              <a:t>flysD’ku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dkuZj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tqus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clLVkWi</a:t>
            </a:r>
            <a:r>
              <a:rPr lang="en-US" sz="2400" dirty="0">
                <a:latin typeface="Kruti Dev 055" pitchFamily="2" charset="0"/>
              </a:rPr>
              <a:t>&amp; &gt;</a:t>
            </a:r>
            <a:r>
              <a:rPr lang="en-US" sz="2400" dirty="0" err="1">
                <a:latin typeface="Kruti Dev 055" pitchFamily="2" charset="0"/>
              </a:rPr>
              <a:t>saMk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gkWVsy</a:t>
            </a:r>
            <a:r>
              <a:rPr lang="en-US" sz="2400" dirty="0">
                <a:latin typeface="Kruti Dev 055" pitchFamily="2" charset="0"/>
              </a:rPr>
              <a:t> ‘</a:t>
            </a:r>
            <a:r>
              <a:rPr lang="en-US" sz="2400" dirty="0" err="1">
                <a:latin typeface="Kruti Dev 055" pitchFamily="2" charset="0"/>
              </a:rPr>
              <a:t>kkjnk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gkWVsy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osyde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guqeku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eafnj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tqus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clLVkWi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iqUgk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flysD’ku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dkWuZj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ukdk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xko</a:t>
            </a:r>
            <a:r>
              <a:rPr lang="en-US" sz="2400" dirty="0">
                <a:latin typeface="Kruti Dev 055" pitchFamily="2" charset="0"/>
              </a:rPr>
              <a:t> &amp;</a:t>
            </a:r>
            <a:r>
              <a:rPr lang="en-US" sz="2400" dirty="0" err="1">
                <a:latin typeface="Kruti Dev 055" pitchFamily="2" charset="0"/>
              </a:rPr>
              <a:t>nkj.kk</a:t>
            </a:r>
            <a:r>
              <a:rPr lang="en-US" sz="2400" dirty="0">
                <a:latin typeface="Kruti Dev 055" pitchFamily="2" charset="0"/>
              </a:rPr>
              <a:t> unh ;</a:t>
            </a:r>
            <a:r>
              <a:rPr lang="en-US" sz="2400" dirty="0" err="1">
                <a:latin typeface="Kruti Dev 055" pitchFamily="2" charset="0"/>
              </a:rPr>
              <a:t>sFkhy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LFkGkoj</a:t>
            </a:r>
            <a:r>
              <a:rPr lang="en-US" sz="2400" dirty="0">
                <a:latin typeface="Kruti Dev 055" pitchFamily="2" charset="0"/>
              </a:rPr>
              <a:t> lairs- </a:t>
            </a:r>
          </a:p>
          <a:p>
            <a:pPr lvl="0" algn="just"/>
            <a:r>
              <a:rPr lang="en-US" sz="2400" dirty="0" err="1">
                <a:latin typeface="Kruti Dev 055" pitchFamily="2" charset="0"/>
              </a:rPr>
              <a:t>Hkxwj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x.ks’k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f’kokth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lq</a:t>
            </a:r>
            <a:r>
              <a:rPr lang="en-US" sz="2400" dirty="0">
                <a:latin typeface="Kruti Dev 055" pitchFamily="2" charset="0"/>
              </a:rPr>
              <a:t>: </a:t>
            </a:r>
            <a:r>
              <a:rPr lang="en-US" sz="2400" dirty="0" err="1">
                <a:latin typeface="Kruti Dev 055" pitchFamily="2" charset="0"/>
              </a:rPr>
              <a:t>gksr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ekjokMh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xYyh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cydoMs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irlaLFkk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oatkj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xYyh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flrGk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nsoh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eafnj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Hkxwj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uxjikfydk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f’kokth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dzkarh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jktokMk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nkj.kk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unhoj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dj.;kr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vlrs</a:t>
            </a:r>
            <a:r>
              <a:rPr lang="en-US" sz="2400" dirty="0">
                <a:latin typeface="Kruti Dev 055" pitchFamily="2" charset="0"/>
              </a:rPr>
              <a:t>- </a:t>
            </a:r>
          </a:p>
          <a:p>
            <a:pPr algn="just"/>
            <a:r>
              <a:rPr lang="en-US" sz="2400" dirty="0" err="1">
                <a:latin typeface="Kruti Dev 055" pitchFamily="2" charset="0"/>
              </a:rPr>
              <a:t>lnj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eqLyhe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yksdoLrh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vFkok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feJ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yksdoLrh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ukgh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eLthngh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ekxkZiklwu</a:t>
            </a:r>
            <a:r>
              <a:rPr lang="en-US" sz="2400" dirty="0">
                <a:latin typeface="Kruti Dev 055" pitchFamily="2" charset="0"/>
              </a:rPr>
              <a:t> 800 </a:t>
            </a:r>
            <a:r>
              <a:rPr lang="en-US" sz="2400" dirty="0" err="1">
                <a:latin typeface="Kruti Dev 055" pitchFamily="2" charset="0"/>
              </a:rPr>
              <a:t>rs</a:t>
            </a:r>
            <a:r>
              <a:rPr lang="en-US" sz="2400" dirty="0">
                <a:latin typeface="Kruti Dev 055" pitchFamily="2" charset="0"/>
              </a:rPr>
              <a:t> 1000  </a:t>
            </a:r>
            <a:r>
              <a:rPr lang="en-US" sz="2400" dirty="0" err="1">
                <a:latin typeface="Kruti Dev 055" pitchFamily="2" charset="0"/>
              </a:rPr>
              <a:t>feVj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varjkoj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</a:t>
            </a:r>
          </a:p>
          <a:p>
            <a:pPr lvl="0"/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;k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O;frfjDr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brj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fBdk.kh ns[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khy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ygku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fejo.kqdk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fu?krkr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-</a:t>
            </a:r>
          </a:p>
          <a:p>
            <a:r>
              <a:rPr lang="en-US" sz="2400" b="1" dirty="0">
                <a:latin typeface="Kruti Dev 055" pitchFamily="2" charset="0"/>
              </a:rPr>
              <a:t>         </a:t>
            </a:r>
            <a:r>
              <a:rPr lang="en-US" sz="2400" b="1" dirty="0" err="1">
                <a:latin typeface="Kruti Dev 055" pitchFamily="2" charset="0"/>
              </a:rPr>
              <a:t>mnkj.kkFkZ</a:t>
            </a:r>
            <a:r>
              <a:rPr lang="en-US" sz="2400" b="1" dirty="0">
                <a:latin typeface="Kruti Dev 055" pitchFamily="2" charset="0"/>
              </a:rPr>
              <a:t> %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lkriqj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vacM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xaxkiqj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vkuanoyh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vkMxko</a:t>
            </a:r>
            <a:r>
              <a:rPr lang="en-US" sz="2400" dirty="0">
                <a:latin typeface="Kruti Dev 055" pitchFamily="2" charset="0"/>
              </a:rPr>
              <a:t>] e[</a:t>
            </a:r>
            <a:r>
              <a:rPr lang="en-US" sz="2400" dirty="0" err="1">
                <a:latin typeface="Kruti Dev 055" pitchFamily="2" charset="0"/>
              </a:rPr>
              <a:t>keykckn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xko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Hkxqj</a:t>
            </a:r>
            <a:r>
              <a:rPr lang="en-US" sz="2400" dirty="0">
                <a:latin typeface="Kruti Dev 055" pitchFamily="2" charset="0"/>
              </a:rPr>
              <a:t> ns-</a:t>
            </a:r>
            <a:r>
              <a:rPr lang="en-US" sz="2400" dirty="0" err="1">
                <a:latin typeface="Kruti Dev 055" pitchFamily="2" charset="0"/>
              </a:rPr>
              <a:t>dWEi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f’kns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iGls</a:t>
            </a:r>
            <a:r>
              <a:rPr lang="en-US" sz="2400" dirty="0">
                <a:latin typeface="Kruti Dev 055" pitchFamily="2" charset="0"/>
              </a:rPr>
              <a:t>-</a:t>
            </a:r>
            <a:endParaRPr lang="en-US" sz="24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81200" y="649069"/>
            <a:ext cx="43733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 fejo.kqd </a:t>
            </a:r>
            <a:r>
              <a:rPr lang="en-US" sz="3600" b="1" dirty="0" err="1">
                <a:solidFill>
                  <a:srgbClr val="FF0000"/>
                </a:solidFill>
                <a:latin typeface="Kruti Dev 714" pitchFamily="2" charset="0"/>
              </a:rPr>
              <a:t>dz</a:t>
            </a:r>
            <a:r>
              <a:rPr lang="en-US" sz="3600" b="1" dirty="0">
                <a:solidFill>
                  <a:srgbClr val="FF0000"/>
                </a:solidFill>
                <a:latin typeface="Kruti Dev 714" pitchFamily="2" charset="0"/>
              </a:rPr>
              <a:t>- 3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6096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85216" y="0"/>
            <a:ext cx="78486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bZn&amp;,&amp;feykn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fufeRr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dk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&lt;.;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kr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s.kkjs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tqywl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</a:p>
          <a:p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1½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Hknzdkyh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iks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-LVs-%&amp; 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fejo.kqd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ekxZ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%&amp;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pkSdeaMbZ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f’kjlkB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gkWVsy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ckxokuiqjk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dFkMk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efLtn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f’kokthpkSd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fejk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nkrkj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f’kaih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xYyh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&gt;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pOgkVk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pOgkVknsoh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eafnj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Nijhph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rkyhe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lqHkk”k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okpuky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kokj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isB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vkne’kgk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lar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ukenso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iFk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dkthiqjk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iksyhl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dksd.khiqjk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mejko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esMhdy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[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kMdkGh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egkRek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Qqys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eaMbZ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ekdsZV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¸;n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yLlh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=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acd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iksyhl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vCnqy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gehn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nq/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kcktkj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fiatkj?kkV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cMh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;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sFks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foltZu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: 15-00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21-00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ikosrks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o 15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20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fj{kk]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v’kk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okgukalg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rlsp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tuleqnk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8000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10000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gtkj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623316" y="342900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solidFill>
                <a:srgbClr val="3051DC"/>
              </a:solidFill>
              <a:latin typeface="Kruti Dev 055" pitchFamily="2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2½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ukf’kdjksM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iks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-LVs-%&amp; 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vatqeu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xkslkoh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okMh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vatqeu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‘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MkW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ckcklkgsc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vkacsMdj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f’kokth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¼pkSd½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fcVdks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 ,e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jksMus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eqDrh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kke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lRdkj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ikWbZV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fofgrxkao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dkWuZj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ijr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fQ:u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egkRek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xka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nsoGkyhxkao-lq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: 11-30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14-00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ikosrks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tuleqnk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5000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6000 o 4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fp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=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jFk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14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20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pkjpkdh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6 fj{kk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lgHkkxh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gksrkr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  <a:endParaRPr lang="en-IN" sz="2000" b="1" dirty="0">
              <a:latin typeface="Kruti Dev 055" pitchFamily="2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ojhy</a:t>
            </a:r>
            <a:r>
              <a:rPr lang="en-IN" sz="2000" b="1" dirty="0">
                <a:latin typeface="Kruti Dev 055" pitchFamily="2" charset="0"/>
              </a:rPr>
              <a:t> 02 </a:t>
            </a:r>
            <a:r>
              <a:rPr lang="en-IN" sz="2000" b="1" dirty="0" err="1">
                <a:latin typeface="Kruti Dev 055" pitchFamily="2" charset="0"/>
              </a:rPr>
              <a:t>eq</a:t>
            </a:r>
            <a:r>
              <a:rPr lang="en-IN" sz="2000" b="1" dirty="0">
                <a:latin typeface="Kruti Dev 055" pitchFamily="2" charset="0"/>
              </a:rPr>
              <a:t>[; </a:t>
            </a:r>
            <a:r>
              <a:rPr lang="en-IN" sz="2000" b="1" dirty="0" err="1">
                <a:latin typeface="Kruti Dev 055" pitchFamily="2" charset="0"/>
                <a:hlinkClick r:id="rId2"/>
              </a:rPr>
              <a:t>fejo.kqd@tqywl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O;rhfjdr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vkMxko</a:t>
            </a:r>
            <a:r>
              <a:rPr lang="en-IN" sz="2000" b="1" dirty="0">
                <a:latin typeface="Kruti Dev 055" pitchFamily="2" charset="0"/>
              </a:rPr>
              <a:t> ]</a:t>
            </a:r>
            <a:r>
              <a:rPr lang="en-IN" sz="2000" b="1" dirty="0" err="1">
                <a:latin typeface="Kruti Dev 055" pitchFamily="2" charset="0"/>
              </a:rPr>
              <a:t>bafnjkuxj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vacM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miuxj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nsoGkyh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dWEi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iksyhl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LVs’ku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gn~nhr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NksV;k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fejo.kqdk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dk</a:t>
            </a:r>
            <a:r>
              <a:rPr lang="en-IN" sz="2000" b="1" dirty="0">
                <a:latin typeface="Kruti Dev 055" pitchFamily="2" charset="0"/>
              </a:rPr>
              <a:t>&lt;.;</a:t>
            </a:r>
            <a:r>
              <a:rPr lang="en-IN" sz="2000" b="1" dirty="0" err="1">
                <a:latin typeface="Kruti Dev 055" pitchFamily="2" charset="0"/>
              </a:rPr>
              <a:t>kr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srkr</a:t>
            </a:r>
            <a:r>
              <a:rPr lang="en-IN" sz="2000" b="1" dirty="0">
                <a:latin typeface="Kruti Dev 055" pitchFamily="2" charset="0"/>
              </a:rPr>
              <a:t>-  ,</a:t>
            </a:r>
            <a:r>
              <a:rPr lang="en-IN" sz="2000" b="1" dirty="0" err="1">
                <a:latin typeface="Kruti Dev 055" pitchFamily="2" charset="0"/>
              </a:rPr>
              <a:t>dq.k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  <a:hlinkClick r:id="rId2"/>
              </a:rPr>
              <a:t>fejo.kqd@tqywl</a:t>
            </a:r>
            <a:r>
              <a:rPr lang="en-IN" sz="2000" b="1" dirty="0">
                <a:latin typeface="Kruti Dev 055" pitchFamily="2" charset="0"/>
              </a:rPr>
              <a:t>  11 </a:t>
            </a:r>
            <a:r>
              <a:rPr lang="en-IN" sz="2000" b="1" dirty="0" err="1">
                <a:latin typeface="Kruti Dev 055" pitchFamily="2" charset="0"/>
              </a:rPr>
              <a:t>vkgsr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bZn&amp;,&amp;feykn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fufeRr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loZ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ef’kn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e/;s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lkeqfgd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uekt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iB.k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brj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/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kkfeZd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dk;Zdze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gksrkr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 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33884" y="273754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40439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7184" y="-9277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Kruti Dev 055" pitchFamily="2" charset="0"/>
              </a:rPr>
              <a:t> </a:t>
            </a:r>
            <a:r>
              <a:rPr lang="en-US" sz="48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US" sz="48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?</a:t>
            </a:r>
            <a:r>
              <a:rPr lang="en-US" sz="48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kkV</a:t>
            </a:r>
            <a:endParaRPr lang="en-US" sz="5400" b="1" dirty="0">
              <a:latin typeface="Kruti Dev 055" pitchFamily="2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52776"/>
              </p:ext>
            </p:extLst>
          </p:nvPr>
        </p:nvGraphicFramePr>
        <p:xfrm>
          <a:off x="367184" y="927830"/>
          <a:ext cx="8153400" cy="360961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v-u-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foltZu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kkVkps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ukao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1-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Eglksck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iVkax.k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jkeokMh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2-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vkMxko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riksou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ukanqj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xko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ekuqj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f’kykiqj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yk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kyxko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vks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&lt;k]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ekaMlkaxoh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3-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lkses’oj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vkaunoyh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vklkjke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ckiq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4-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ljdkjokMk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?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kkjiqjs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kkV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ds-Vh-,p-,e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dkWyst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pksiMk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ykWUl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5-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Vh-vk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3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6-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ukf'kdjksM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nld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iqypsgMh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7-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okynsoh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fiaiGxko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[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kkac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6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8-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dWEi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laljh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Hkxqj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52884" y="4488120"/>
            <a:ext cx="82296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ikWabZV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rsFkhy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jk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=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hP;k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osGh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s.kk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&amp;;k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lks;h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lqfo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ukf’kd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vk;qDrky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;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,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dw.k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07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fBdk.ks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vlwu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fno’kh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egkuxj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ikfydk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dWUVksesaV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cksMZ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ekQZr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[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kj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fotsph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tujsVjlg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thoj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{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kdkaph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use.kqd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euik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ekQZr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dsyh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tkrs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folZtukps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iqjsls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euq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”;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cG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cankscLrkdkeh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use.;kr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euik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rQsZ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x.ks’k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eqrhZ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ladfyr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dj.;kph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dsyh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tkrs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  <a:endParaRPr lang="en-US" dirty="0">
              <a:latin typeface="Kruti Dev 055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8000900" y="5734048"/>
            <a:ext cx="609600" cy="521208"/>
          </a:xfrm>
        </p:spPr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10</a:t>
            </a:fld>
            <a:endParaRPr lang="en-US" dirty="0">
              <a:latin typeface="Kruti Dev 055" pitchFamily="2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108222"/>
            <a:ext cx="7543800" cy="405186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11</a:t>
            </a:fld>
            <a:endParaRPr lang="en-US">
              <a:latin typeface="Kruti Dev 055" pitchFamily="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17397"/>
              </p:ext>
            </p:extLst>
          </p:nvPr>
        </p:nvGraphicFramePr>
        <p:xfrm>
          <a:off x="457200" y="3429000"/>
          <a:ext cx="7848600" cy="1645920"/>
        </p:xfrm>
        <a:graphic>
          <a:graphicData uri="http://schemas.openxmlformats.org/drawingml/2006/table">
            <a:tbl>
              <a:tblPr/>
              <a:tblGrid>
                <a:gridCol w="551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430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v-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ua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-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izdkj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,l-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vkj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-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ih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-,Q-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uoizfo”B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mi 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fujh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{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kd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uoizfo”B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iks-va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-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gksexkMZ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efgyk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  </a:t>
                      </a: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Kruti Dev 055" pitchFamily="2" charset="0"/>
                          <a:ea typeface="SimSun"/>
                          <a:cs typeface="Times New Roman"/>
                        </a:rPr>
                        <a:t>efgyk</a:t>
                      </a:r>
                      <a:endParaRPr lang="en-US" sz="18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efgyk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6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ekx.kh </a:t>
                      </a:r>
                      <a:r>
                        <a:rPr lang="en-US" sz="1800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dj.;kr</a:t>
                      </a: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vkysys</a:t>
                      </a: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euq</a:t>
                      </a: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”; </a:t>
                      </a:r>
                      <a:r>
                        <a:rPr lang="en-US" sz="1800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cG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02 </a:t>
                      </a:r>
                      <a:r>
                        <a:rPr lang="en-US" sz="1800" dirty="0" err="1">
                          <a:latin typeface="Kruti Dev 055" pitchFamily="2" charset="0"/>
                          <a:ea typeface="SimSun"/>
                          <a:cs typeface="Times New Roman"/>
                        </a:rPr>
                        <a:t>daiuh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50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50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  300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SimSun"/>
                          <a:cs typeface="Times New Roman"/>
                        </a:rPr>
                        <a:t>200</a:t>
                      </a:r>
                      <a:endParaRPr lang="en-US" sz="18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SimSun"/>
                          <a:cs typeface="Times New Roman"/>
                        </a:rPr>
                        <a:t>800</a:t>
                      </a:r>
                      <a:endParaRPr lang="en-US" sz="18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Kruti Dev 055" pitchFamily="2" charset="0"/>
                          <a:ea typeface="SimSun"/>
                          <a:cs typeface="Times New Roman"/>
                        </a:rPr>
                        <a:t>250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28600" y="2415879"/>
            <a:ext cx="8458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x.ks’kksRlo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o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bZn&amp;,&amp;feykn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dfjrk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vfrfjDr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euq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”;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cGkph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ekfgrh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ckcr</a:t>
            </a:r>
            <a:r>
              <a:rPr lang="en-US" sz="28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--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latin typeface="Kruti Dev 055" pitchFamily="2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09700" y="-30034"/>
            <a:ext cx="594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miyC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/k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euq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”;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cG</a:t>
            </a:r>
            <a:endParaRPr lang="en-US" sz="36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83464"/>
              </p:ext>
            </p:extLst>
          </p:nvPr>
        </p:nvGraphicFramePr>
        <p:xfrm>
          <a:off x="564051" y="602742"/>
          <a:ext cx="7970349" cy="1920240"/>
        </p:xfrm>
        <a:graphic>
          <a:graphicData uri="http://schemas.openxmlformats.org/drawingml/2006/table">
            <a:tbl>
              <a:tblPr/>
              <a:tblGrid>
                <a:gridCol w="1257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02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9817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izdkj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vk;qDr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mik;qDr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l-iks-vk-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 fufj{kd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l-iks-fu-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iks-m-fu-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vaeynkj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454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eatqj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la[;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kcG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60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80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131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3071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454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gtj la[;kcG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56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78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106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3007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09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fjDr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&amp;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&amp;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04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02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25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64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82321" y="5133934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Ukf‘kd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iksyhl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vk;qDrky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;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dz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- d{k 10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fo’kk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fganq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Vscy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x.ks’kksRlo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bZn&amp;,&amp;feykn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cankscLr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&amp; 4736@2023@fn-04@09@2023 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vUo;s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ek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-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iksyhl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egklapkyd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dk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-o-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lq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-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dk;kZy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;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eqacbZ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;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kauk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i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=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O;ogkj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dj.;kr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vkyk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400" dirty="0" err="1">
                <a:latin typeface="Kruti Dev 055" pitchFamily="2" charset="0"/>
                <a:ea typeface="SimSun"/>
                <a:cs typeface="Times New Roman"/>
              </a:rPr>
              <a:t>vkgs</a:t>
            </a:r>
            <a:r>
              <a:rPr lang="en-IN" sz="2400" dirty="0">
                <a:latin typeface="Kruti Dev 055" pitchFamily="2" charset="0"/>
                <a:ea typeface="SimSun"/>
                <a:cs typeface="Times New Roman"/>
              </a:rPr>
              <a:t>-  </a:t>
            </a:r>
            <a:endParaRPr lang="en-US" sz="2400" dirty="0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685800"/>
            <a:ext cx="8001000" cy="4525963"/>
          </a:xfrm>
        </p:spPr>
        <p:txBody>
          <a:bodyPr>
            <a:normAutofit/>
          </a:bodyPr>
          <a:lstStyle/>
          <a:p>
            <a:pPr lvl="0" algn="ctr">
              <a:buNone/>
            </a:pPr>
            <a:endParaRPr lang="en-IN" sz="3600" b="1" dirty="0">
              <a:solidFill>
                <a:srgbClr val="FF0000"/>
              </a:solidFill>
              <a:latin typeface="Kruti Dev 714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endParaRPr lang="en-IN" b="1" dirty="0">
              <a:latin typeface="Kruti Dev 714" pitchFamily="2" charset="0"/>
              <a:ea typeface="Times New Roman"/>
              <a:cs typeface="Times New Roman"/>
            </a:endParaRPr>
          </a:p>
          <a:p>
            <a:pPr algn="ctr"/>
            <a:r>
              <a:rPr lang="en-IN" sz="3200" dirty="0" err="1">
                <a:latin typeface="Kruti Dev 714" pitchFamily="2" charset="0"/>
              </a:rPr>
              <a:t>leUo</a:t>
            </a:r>
            <a:r>
              <a:rPr lang="en-IN" sz="3200" dirty="0">
                <a:latin typeface="Kruti Dev 714" pitchFamily="2" charset="0"/>
              </a:rPr>
              <a:t>; </a:t>
            </a:r>
            <a:endParaRPr lang="en-US" sz="3200" dirty="0">
              <a:latin typeface="Kruti Dev 714" pitchFamily="2" charset="0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457200" y="1260158"/>
            <a:ext cx="83058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3200" dirty="0">
              <a:latin typeface="Kruti Dev 055" pitchFamily="2" charset="0"/>
              <a:ea typeface="SimSun"/>
              <a:cs typeface="Times New Roman"/>
            </a:endParaRPr>
          </a:p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ukf'kd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'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kgjkr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fn-19@09@2023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rs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fn-28@09@2023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jksth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ikosrks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^^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x.ks’kksRlo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**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l.k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ikjaikfjd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fjrhus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lktjs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gks.kkj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vkgsr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-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vuq”kaxkus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fofo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/k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foHkkxkrhy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iz’kkldh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; o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iksyhl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vf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/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kdkjh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;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kauk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rlsp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x.ks’kkRlo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eaMGkps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v/;{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k@mik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/;{k o ‘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kkarrk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dfeVhps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izeq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[k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inkf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/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kdkjh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 ;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kaP;k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leUoa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;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cSBdk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?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.;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kr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vkY;k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vlwu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lacf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/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kr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foHkkx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izeq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[k ;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kauk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i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=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O;ogkj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dj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.;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kr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vkys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3200" dirty="0" err="1">
                <a:latin typeface="Kruti Dev 055" pitchFamily="2" charset="0"/>
                <a:ea typeface="SimSun"/>
                <a:cs typeface="Times New Roman"/>
              </a:rPr>
              <a:t>vkgs</a:t>
            </a:r>
            <a:r>
              <a:rPr lang="en-US" sz="3200" dirty="0">
                <a:latin typeface="Kruti Dev 055" pitchFamily="2" charset="0"/>
                <a:ea typeface="SimSun"/>
                <a:cs typeface="Times New Roman"/>
              </a:rPr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382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21159"/>
            <a:ext cx="8077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Lkaosnu’khy</a:t>
            </a: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fBdk.ks</a:t>
            </a:r>
            <a:endParaRPr lang="en-US" sz="20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32964"/>
              </p:ext>
            </p:extLst>
          </p:nvPr>
        </p:nvGraphicFramePr>
        <p:xfrm>
          <a:off x="457200" y="1066800"/>
          <a:ext cx="8237025" cy="6488430"/>
        </p:xfrm>
        <a:graphic>
          <a:graphicData uri="http://schemas.openxmlformats.org/drawingml/2006/table">
            <a:tbl>
              <a:tblPr/>
              <a:tblGrid>
                <a:gridCol w="581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2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v-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dz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iks-LVs-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fBdk.kkaps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oxhZdj.k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laosnuf’ky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fBdk.ks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lfeJ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yksdoLrh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nq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kcktkj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dFkMk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tqus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‘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kkyhekj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-e-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iqrGk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froa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nxkZ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ch-Mh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Hkkysdj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eSnku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Onkjdk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oMkGkukdk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jfookj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v’kksdLRkaHk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esgsj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flXuy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fl-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-,l-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flXuy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ekysxko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LVW.M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isB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ljnkj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lfeJ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yksdoLrh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Hkkjr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uxj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Onkjdk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xaxkiwj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uo’;k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vkuanoyh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nxkZ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fcVdks pkSd] tsyjksM] flUuj QkVk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 xko] nRr eafnj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ns-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dWEi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Kruti Dev 055" pitchFamily="2" charset="0"/>
                          <a:ea typeface="Times New Roman"/>
                          <a:cs typeface="Times New Roman"/>
                        </a:rPr>
                        <a:t>Hkxwj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9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iouuxj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mRreuxj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f=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eqrhZ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LVsV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cWd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fyad</a:t>
                      </a:r>
                      <a:r>
                        <a:rPr lang="en-US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10</a:t>
                      </a:r>
                      <a:endParaRPr lang="en-US" sz="20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lkriwj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20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Vkmu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vW.M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ksiMiV~Vh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Lokjckckuxj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v’kksduxj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13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8382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222913"/>
            <a:ext cx="7620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x.kirh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njE;ku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[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ky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xqUgs</a:t>
            </a:r>
            <a:endParaRPr lang="en-IN" sz="100" b="1" dirty="0">
              <a:solidFill>
                <a:srgbClr val="3051DC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ctr"/>
            <a:r>
              <a:rPr lang="en-IN" b="1" dirty="0">
                <a:solidFill>
                  <a:srgbClr val="3051DC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endParaRPr lang="en-IN" sz="2400" b="1" dirty="0">
              <a:latin typeface="Kruti Dev 055" pitchFamily="2" charset="0"/>
              <a:ea typeface="Times New Roman"/>
              <a:cs typeface="Times New Roman"/>
            </a:endParaRPr>
          </a:p>
          <a:p>
            <a:pPr algn="ctr"/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466"/>
            <a:ext cx="8077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b="1" dirty="0">
                <a:latin typeface="Kruti Dev 055" pitchFamily="2" charset="0"/>
                <a:cs typeface="Times New Roman"/>
              </a:rPr>
              <a:t>2019 e/;s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xaxkiqj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foltZukP;k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osGh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xksnkojh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unh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</a:t>
            </a:r>
            <a:r>
              <a:rPr lang="en-US" sz="2000" b="1" dirty="0">
                <a:latin typeface="Kruti Dev 055" pitchFamily="2" charset="0"/>
                <a:cs typeface="Times New Roman"/>
              </a:rPr>
              <a:t>=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cqMqu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01     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ble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e;r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lejh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eatqj</a:t>
            </a:r>
            <a:r>
              <a:rPr lang="en-US" sz="20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>
                <a:latin typeface="Kruti Dev 055" pitchFamily="2" charset="0"/>
                <a:cs typeface="Times New Roman"/>
              </a:rPr>
              <a:t>2020 e/;s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ukf’kdjksM</a:t>
            </a:r>
            <a:r>
              <a:rPr lang="en-US" sz="2000" b="1" dirty="0">
                <a:latin typeface="Kruti Dev 055" pitchFamily="2" charset="0"/>
                <a:cs typeface="Times New Roman"/>
              </a:rPr>
              <a:t> o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miuxj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foltZukP;k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osGh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nkj.kk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o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okynsoh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 unh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laxekps</a:t>
            </a:r>
            <a:r>
              <a:rPr lang="en-US" sz="2000" b="1" dirty="0">
                <a:latin typeface="Kruti Dev 055" pitchFamily="2" charset="0"/>
                <a:cs typeface="Times New Roman"/>
              </a:rPr>
              <a:t> fBdk.kh  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okynsoh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unh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</a:t>
            </a:r>
            <a:r>
              <a:rPr lang="en-US" sz="2000" b="1" dirty="0">
                <a:latin typeface="Kruti Dev 055" pitchFamily="2" charset="0"/>
                <a:cs typeface="Times New Roman"/>
              </a:rPr>
              <a:t>=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cqMqu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01 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ble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e;r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lejh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eatqj</a:t>
            </a:r>
            <a:r>
              <a:rPr lang="en-US" sz="20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 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>
                <a:latin typeface="Kruti Dev 055" pitchFamily="2" charset="0"/>
                <a:cs typeface="Times New Roman"/>
              </a:rPr>
              <a:t>2021 e/;s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iapoVh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xq</a:t>
            </a:r>
            <a:r>
              <a:rPr lang="en-US" sz="2000" b="1" dirty="0">
                <a:latin typeface="Kruti Dev 055" pitchFamily="2" charset="0"/>
                <a:cs typeface="Times New Roman"/>
              </a:rPr>
              <a:t>-j-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ua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- 308@2021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Hkknfo</a:t>
            </a:r>
            <a:r>
              <a:rPr lang="en-US" sz="2000" b="1" dirty="0">
                <a:latin typeface="Kruti Dev 055" pitchFamily="2" charset="0"/>
                <a:cs typeface="Times New Roman"/>
              </a:rPr>
              <a:t> dye 304 ¼v½]279]337]380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eksVkj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okgu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vf</a:t>
            </a:r>
            <a:r>
              <a:rPr lang="en-US" sz="2000" b="1" dirty="0">
                <a:latin typeface="Kruti Dev 055" pitchFamily="2" charset="0"/>
                <a:cs typeface="Times New Roman"/>
              </a:rPr>
              <a:t>/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kfu;e</a:t>
            </a:r>
            <a:r>
              <a:rPr lang="en-US" sz="2000" b="1" dirty="0">
                <a:latin typeface="Kruti Dev 055" pitchFamily="2" charset="0"/>
                <a:cs typeface="Times New Roman"/>
              </a:rPr>
              <a:t> 1988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ps</a:t>
            </a:r>
            <a:r>
              <a:rPr lang="en-US" sz="2000" b="1" dirty="0">
                <a:latin typeface="Kruti Dev 055" pitchFamily="2" charset="0"/>
                <a:cs typeface="Times New Roman"/>
              </a:rPr>
              <a:t> dye 184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izek.ks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 01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xqUgk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nk</a:t>
            </a:r>
            <a:r>
              <a:rPr lang="en-US" sz="2000" b="1" dirty="0">
                <a:latin typeface="Kruti Dev 055" pitchFamily="2" charset="0"/>
                <a:cs typeface="Times New Roman"/>
              </a:rPr>
              <a:t>[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vlqu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U;k;izfo”B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>
                <a:latin typeface="Kruti Dev 055" pitchFamily="2" charset="0"/>
                <a:cs typeface="Times New Roman"/>
              </a:rPr>
              <a:t>2022 e/;s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iapoVh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xq</a:t>
            </a:r>
            <a:r>
              <a:rPr lang="en-US" sz="2000" b="1" dirty="0">
                <a:latin typeface="Kruti Dev 055" pitchFamily="2" charset="0"/>
                <a:cs typeface="Times New Roman"/>
              </a:rPr>
              <a:t>-j-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ua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- 356@2022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Hkknfo</a:t>
            </a:r>
            <a:r>
              <a:rPr lang="en-US" sz="2000" b="1" dirty="0">
                <a:latin typeface="Kruti Dev 055" pitchFamily="2" charset="0"/>
                <a:cs typeface="Times New Roman"/>
              </a:rPr>
              <a:t> dye 326] 324]323]504]34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izek.ks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xqUgk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nk</a:t>
            </a:r>
            <a:r>
              <a:rPr lang="en-US" sz="2000" b="1" dirty="0">
                <a:latin typeface="Kruti Dev 055" pitchFamily="2" charset="0"/>
                <a:cs typeface="Times New Roman"/>
              </a:rPr>
              <a:t>[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ky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vlqu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U;k;izfo”B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</a:t>
            </a:r>
            <a:endParaRPr lang="en-IN" sz="2000" b="1" dirty="0">
              <a:latin typeface="Kruti Dev 055" pitchFamily="2" charset="0"/>
              <a:cs typeface="Times New Rom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75100"/>
              </p:ext>
            </p:extLst>
          </p:nvPr>
        </p:nvGraphicFramePr>
        <p:xfrm>
          <a:off x="1295400" y="951131"/>
          <a:ext cx="6273423" cy="2441448"/>
        </p:xfrm>
        <a:graphic>
          <a:graphicData uri="http://schemas.openxmlformats.org/drawingml/2006/table">
            <a:tbl>
              <a:tblPr/>
              <a:tblGrid>
                <a:gridCol w="8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02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lu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Hkkx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1 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 5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Hkkx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&amp;6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,u-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lh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nk[ky</a:t>
                      </a:r>
                      <a:endParaRPr lang="en-US" sz="16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2018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2019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2020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2021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69084"/>
              </p:ext>
            </p:extLst>
          </p:nvPr>
        </p:nvGraphicFramePr>
        <p:xfrm>
          <a:off x="533400" y="1447800"/>
          <a:ext cx="7620000" cy="511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0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ukf’kd ‘kgj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-j-u dye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- 308@2021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Hkknfo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304¼v½]279] 337]338 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eksVkj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okgu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vf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kfu;e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1988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184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izekk.ks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iksf‘k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@ 664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fnyhi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fuo`Rrh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ok:axls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use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-LVs-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kgj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4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xksj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kukFk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y{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e.k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ksackM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o; 28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o”kZ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2000" b="1" kern="1200" baseline="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25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xq-?k-rk-osG o fBdk.k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fn-19@09@2021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08-50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Eglksck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iVkax.k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fn-19@09@2021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13-03 ok-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229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 fBdk.kh ;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rkC;krhy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Maij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gyxthZus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pkyoqu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rsFks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clysY;k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blekl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tksjkph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Bksl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ekjyh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jLR;kP;k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cktql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clysyk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60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o”kkZpk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ble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e;r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lnj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vi?kkr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foltZukps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fBdk.kh &gt;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04800" y="152400"/>
            <a:ext cx="8077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x.ks’kksRlo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2021 e/;s 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ukf’kd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iksyhl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vk;qDrky;kr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iapoVh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-LVs ;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sFks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01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xqUgk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nk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[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ky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</a:t>
            </a:r>
            <a:endParaRPr lang="en-US" sz="32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</p:spPr>
        <p:txBody>
          <a:bodyPr/>
          <a:lstStyle/>
          <a:p>
            <a:fld id="{31F6D6AB-6DFB-42E4-B9FF-DB494B86315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17781"/>
              </p:ext>
            </p:extLst>
          </p:nvPr>
        </p:nvGraphicFramePr>
        <p:xfrm>
          <a:off x="329084" y="988458"/>
          <a:ext cx="8277229" cy="568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9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ukf’kd ‘kgj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-j-u dye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- 356@2022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Hkknfo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326]324]323]504]34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izek.ks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_”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khds’k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xjM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o; 25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O;olk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;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etqjh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xtkuu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xq:Onkjk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ua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4216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4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1½Ek;qj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mQZ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MkUlj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HkkLdj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iokj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dksGhokMk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2½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vkdk’k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panzHkku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xk;dokM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dksGhokMk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1800" b="1" kern="1200" baseline="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25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-?k-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fn-09@09@2022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20-45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nsoheafnjkleksj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fn-10@09@2022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00-14 ok-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229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 fBdk.kh ;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lIrJ`axh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eaMGkpk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dk;ZdrkZ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lIrJ`axh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eaMGkps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folZtukps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fejo.kqdhr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vlrkauk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fejo.kqdhph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&lt;s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ksryh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xks”Vhpk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kauk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jkx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sowu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&lt;s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ksryh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vkEgkl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ukpk;ps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Eg.kqu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dwjkir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okbZV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lkbZZV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f’kohxkG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/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kDdk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cwDdh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ua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f[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k’kkrhy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pkdq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MkO;k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cktwl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dacjstoG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vi[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kq’khus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kkir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dsyh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Eg.kwu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-76200"/>
            <a:ext cx="8077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x.ks’kksRlo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2022 e/;s 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ukf’kd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iksyhl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vk;qDrky;kr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iapoVh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-LVs ;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sFks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01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xqUgk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nk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[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ky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</a:t>
            </a:r>
            <a:endParaRPr lang="en-US" sz="32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025952"/>
              </p:ext>
            </p:extLst>
          </p:nvPr>
        </p:nvGraphicFramePr>
        <p:xfrm>
          <a:off x="228600" y="1904999"/>
          <a:ext cx="8686801" cy="3286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66801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80206E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v-</a:t>
                      </a:r>
                      <a:r>
                        <a:rPr lang="en-IN" sz="2400" b="1" kern="1200" dirty="0" err="1">
                          <a:solidFill>
                            <a:srgbClr val="80206E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dz</a:t>
                      </a:r>
                      <a:endParaRPr lang="en-US" sz="2400" b="1" kern="1200" dirty="0">
                        <a:solidFill>
                          <a:srgbClr val="80206E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CRPC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107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CRPC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110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CRPC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149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CRPC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144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CRPC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151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err="1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B.P.Act</a:t>
                      </a:r>
                      <a:r>
                        <a:rPr lang="en-IN" sz="1100" baseline="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 </a:t>
                      </a:r>
                    </a:p>
                    <a:p>
                      <a:pPr algn="ctr"/>
                      <a:r>
                        <a:rPr lang="en-IN" sz="1100" baseline="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55/56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MPDA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Prohibition</a:t>
                      </a:r>
                    </a:p>
                    <a:p>
                      <a:pPr algn="ctr"/>
                      <a:r>
                        <a:rPr lang="en-IN" sz="1100" dirty="0">
                          <a:solidFill>
                            <a:srgbClr val="80206E"/>
                          </a:solidFill>
                          <a:latin typeface="Kruti Dev 055" pitchFamily="2" charset="0"/>
                        </a:rPr>
                        <a:t>93 </a:t>
                      </a:r>
                      <a:endParaRPr lang="en-US" sz="1100" dirty="0">
                        <a:solidFill>
                          <a:srgbClr val="80206E"/>
                        </a:solidFill>
                        <a:latin typeface="Kruti Dev 055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987">
                <a:tc>
                  <a:txBody>
                    <a:bodyPr/>
                    <a:lstStyle/>
                    <a:p>
                      <a:r>
                        <a:rPr lang="en-IN" sz="2000" b="1" kern="120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dsysyh</a:t>
                      </a:r>
                      <a:r>
                        <a:rPr lang="en-IN" sz="2000" b="1" kern="1200" baseline="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IN" sz="2000" b="1" kern="1200" baseline="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dkjokbZ</a:t>
                      </a:r>
                      <a:r>
                        <a:rPr lang="en-IN" sz="2000" b="1" kern="1200" baseline="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endParaRPr lang="en-US" sz="20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220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28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16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00</a:t>
                      </a:r>
                      <a:endParaRPr lang="en-US" sz="24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00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14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02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02</a:t>
                      </a:r>
                      <a:endParaRPr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987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000" b="1" kern="120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izLrkfor</a:t>
                      </a:r>
                      <a:r>
                        <a:rPr kumimoji="0" lang="en-IN" sz="20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r>
                        <a:rPr kumimoji="0" lang="en-IN" sz="2000" b="1" kern="120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dkjokbZ</a:t>
                      </a:r>
                      <a:r>
                        <a:rPr kumimoji="0" lang="en-IN" sz="20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endParaRPr kumimoji="0" lang="en-US" sz="20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165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97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769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98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Kruti Dev 055" pitchFamily="2" charset="0"/>
                        </a:rPr>
                        <a:t>izlaxkuq:i</a:t>
                      </a:r>
                      <a:r>
                        <a:rPr lang="en-IN" sz="2000" dirty="0"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Kruti Dev 055" pitchFamily="2" charset="0"/>
                        </a:rPr>
                        <a:t> </a:t>
                      </a:r>
                      <a:endParaRPr lang="en-US" sz="2000" dirty="0">
                        <a:solidFill>
                          <a:schemeClr val="tx1"/>
                        </a:solidFill>
                        <a:latin typeface="Kruti Dev 055" pitchFamily="2" charset="0"/>
                      </a:endParaRPr>
                    </a:p>
                    <a:p>
                      <a:endParaRPr lang="en-US" sz="20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21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07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38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987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0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,</a:t>
                      </a:r>
                      <a:r>
                        <a:rPr kumimoji="0" lang="en-IN" sz="2000" b="1" kern="120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dq.k</a:t>
                      </a:r>
                      <a:r>
                        <a:rPr kumimoji="0" lang="en-IN" sz="20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r>
                        <a:rPr kumimoji="0" lang="en-IN" sz="2000" b="1" kern="120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dkjokbZ</a:t>
                      </a:r>
                      <a:r>
                        <a:rPr kumimoji="0" lang="en-IN" sz="20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 </a:t>
                      </a:r>
                      <a:endParaRPr kumimoji="0" lang="en-US" sz="20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385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125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785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98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00</a:t>
                      </a:r>
                      <a:endParaRPr kumimoji="0" lang="en-US" sz="2400" b="1" kern="1200" dirty="0" err="1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35</a:t>
                      </a:r>
                      <a:endParaRPr kumimoji="0" lang="en-US" sz="24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09</a:t>
                      </a:r>
                      <a:endParaRPr kumimoji="0" lang="en-US" sz="24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2400" b="1" kern="120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+mn-ea"/>
                          <a:cs typeface="Times New Roman"/>
                        </a:rPr>
                        <a:t>40</a:t>
                      </a:r>
                      <a:endParaRPr kumimoji="0" lang="en-US" sz="2400" b="1" kern="1200" dirty="0">
                        <a:solidFill>
                          <a:srgbClr val="FF0000"/>
                        </a:solidFill>
                        <a:latin typeface="Kruti Dev 055" pitchFamily="2" charset="0"/>
                        <a:ea typeface="+mn-ea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2000" y="7620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izfrca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/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kkRed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dk;Zokgh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 </a:t>
            </a:r>
            <a:endParaRPr lang="en-US" sz="4000" dirty="0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762000"/>
          </a:xfrm>
        </p:spPr>
        <p:txBody>
          <a:bodyPr>
            <a:normAutofit fontScale="32500" lnSpcReduction="20000"/>
          </a:bodyPr>
          <a:lstStyle/>
          <a:p>
            <a:pPr algn="ctr"/>
            <a:r>
              <a:rPr lang="en-US" sz="7200" b="0" dirty="0">
                <a:latin typeface="Kruti Dev 055" pitchFamily="2" charset="0"/>
              </a:rPr>
              <a:t>	</a:t>
            </a:r>
          </a:p>
          <a:p>
            <a:r>
              <a:rPr lang="en-US" sz="7200" b="0" dirty="0">
                <a:latin typeface="Kruti Dev 055" pitchFamily="2" charset="0"/>
              </a:rPr>
              <a:t>	</a:t>
            </a:r>
            <a:endParaRPr lang="en-US" sz="3200" b="0" dirty="0">
              <a:latin typeface="Kruti Dev 055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57400" y="457200"/>
            <a:ext cx="6705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laiow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/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ouh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iznq”k.k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---</a:t>
            </a:r>
          </a:p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       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tiw;k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i;kZoj.k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 </a:t>
            </a:r>
            <a:b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</a:b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ykMD;k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x.kjk;kpk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 </a:t>
            </a:r>
            <a:b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</a:b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       ok&lt;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ow;k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eaxy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l.k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</a:t>
            </a:r>
            <a:endParaRPr lang="en-US" sz="595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Kruti Dev 055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8299" y="5410200"/>
            <a:ext cx="711605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lkekftd</a:t>
            </a:r>
            <a:r>
              <a:rPr lang="en-US" sz="6000" b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 ,</a:t>
            </a:r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sD;krwup</a:t>
            </a:r>
            <a:r>
              <a:rPr lang="en-US" sz="6000" b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 </a:t>
            </a:r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izxrh</a:t>
            </a:r>
            <a:endParaRPr lang="en-US" sz="59500" b="1" dirty="0">
              <a:ln w="18415" cmpd="sng">
                <a:noFill/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Kruti Dev 055" pitchFamily="2" charset="0"/>
            </a:endParaRPr>
          </a:p>
        </p:txBody>
      </p:sp>
    </p:spTree>
  </p:cSld>
  <p:clrMapOvr>
    <a:masterClrMapping/>
  </p:clrMapOvr>
  <p:transition>
    <p:spli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Atharv Shirsh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8839200" y="6096000"/>
            <a:ext cx="304800" cy="304800"/>
          </a:xfrm>
          <a:prstGeom prst="rect">
            <a:avLst/>
          </a:prstGeom>
        </p:spPr>
      </p:pic>
      <p:sp>
        <p:nvSpPr>
          <p:cNvPr id="11266" name="AutoShape 2" descr="500+ वाढदिवस आभार संदेश, शुभेच्छा, फोटो, बॅनर [ NEW ] | Thanks for birthday  wishes in marathi. - ARGU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500+ वाढदिवस आभार संदेश, शुभेच्छा, फोटो, बॅनर [ NEW ] | Thanks for birthday  wishes in marathi. - ARGU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2" name="AutoShape 8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4" name="AutoShape 10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6" name="AutoShape 12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8" name="AutoShape 14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51009" y="3429000"/>
            <a:ext cx="424347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b="1" i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/</a:t>
            </a:r>
            <a:r>
              <a:rPr lang="en-US" sz="9600" b="1" i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kU;okn</a:t>
            </a:r>
            <a:r>
              <a:rPr lang="en-US" sz="9600" b="1" i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---</a:t>
            </a:r>
            <a:endParaRPr lang="en-US" sz="148100" b="1" i="1" dirty="0">
              <a:ln w="18415" cmpd="sng">
                <a:noFill/>
                <a:prstDash val="solid"/>
              </a:ln>
              <a:solidFill>
                <a:srgbClr val="FF0000"/>
              </a:solidFill>
              <a:latin typeface="Kruti Dev 055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2377</TotalTime>
  <Words>2759</Words>
  <Application>Microsoft Office PowerPoint</Application>
  <PresentationFormat>On-screen Show (4:3)</PresentationFormat>
  <Paragraphs>448</Paragraphs>
  <Slides>19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Century Schoolbook</vt:lpstr>
      <vt:lpstr>Kruti Dev 055</vt:lpstr>
      <vt:lpstr>Kruti Dev 714</vt:lpstr>
      <vt:lpstr>Wingdings</vt:lpstr>
      <vt:lpstr>Wingdings 2</vt:lpstr>
      <vt:lpstr>Oriel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Sarvadnya</dc:creator>
  <cp:lastModifiedBy>sb branch</cp:lastModifiedBy>
  <cp:revision>464</cp:revision>
  <dcterms:created xsi:type="dcterms:W3CDTF">2019-07-25T13:52:29Z</dcterms:created>
  <dcterms:modified xsi:type="dcterms:W3CDTF">2025-08-04T10:43:39Z</dcterms:modified>
</cp:coreProperties>
</file>