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304" r:id="rId4"/>
    <p:sldId id="262" r:id="rId5"/>
    <p:sldId id="305" r:id="rId6"/>
    <p:sldId id="306" r:id="rId7"/>
    <p:sldId id="266" r:id="rId8"/>
    <p:sldId id="307" r:id="rId9"/>
    <p:sldId id="267" r:id="rId10"/>
    <p:sldId id="308" r:id="rId11"/>
    <p:sldId id="269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291" r:id="rId28"/>
    <p:sldId id="294" r:id="rId29"/>
    <p:sldId id="299" r:id="rId30"/>
    <p:sldId id="301" r:id="rId31"/>
    <p:sldId id="302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3051DC"/>
    <a:srgbClr val="006600"/>
    <a:srgbClr val="80206E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23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1807-035F-437C-BA7F-63A98E9E658B}" type="datetimeFigureOut">
              <a:rPr lang="en-US" smtClean="0"/>
              <a:pPr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3369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1807-035F-437C-BA7F-63A98E9E658B}" type="datetimeFigureOut">
              <a:rPr lang="en-US" smtClean="0"/>
              <a:pPr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6968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1807-035F-437C-BA7F-63A98E9E658B}" type="datetimeFigureOut">
              <a:rPr lang="en-US" smtClean="0"/>
              <a:pPr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41937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1807-035F-437C-BA7F-63A98E9E658B}" type="datetimeFigureOut">
              <a:rPr lang="en-US" smtClean="0"/>
              <a:pPr/>
              <a:t>9/6/2021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13432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1807-035F-437C-BA7F-63A98E9E658B}" type="datetimeFigureOut">
              <a:rPr lang="en-US" smtClean="0"/>
              <a:pPr/>
              <a:t>9/6/2021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0009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1807-035F-437C-BA7F-63A98E9E658B}" type="datetimeFigureOut">
              <a:rPr lang="en-US" smtClean="0"/>
              <a:pPr/>
              <a:t>9/6/2021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4459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1807-035F-437C-BA7F-63A98E9E658B}" type="datetimeFigureOut">
              <a:rPr lang="en-US" smtClean="0"/>
              <a:pPr/>
              <a:t>9/6/2021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7068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1807-035F-437C-BA7F-63A98E9E658B}" type="datetimeFigureOut">
              <a:rPr lang="en-US" smtClean="0"/>
              <a:pPr/>
              <a:t>9/6/2021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9473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1807-035F-437C-BA7F-63A98E9E658B}" type="datetimeFigureOut">
              <a:rPr lang="en-US" smtClean="0"/>
              <a:pPr/>
              <a:t>9/6/2021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66644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1807-035F-437C-BA7F-63A98E9E658B}" type="datetimeFigureOut">
              <a:rPr lang="en-US" smtClean="0"/>
              <a:pPr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0398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1807-035F-437C-BA7F-63A98E9E658B}" type="datetimeFigureOut">
              <a:rPr lang="en-US" smtClean="0"/>
              <a:pPr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8072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9000"/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31807-035F-437C-BA7F-63A98E9E658B}" type="datetimeFigureOut">
              <a:rPr lang="en-US" smtClean="0"/>
              <a:pPr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3663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1.xml"/><Relationship Id="rId1" Type="http://schemas.openxmlformats.org/officeDocument/2006/relationships/audio" Target="file:///C:\Users\Admin\Desktop\Magar%20Saheb%20Final%20Work\Atharv%20Shirsh.m4a" TargetMode="Externa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\Desktop\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914400"/>
            <a:ext cx="8686800" cy="5715000"/>
          </a:xfrm>
          <a:prstGeom prst="rect">
            <a:avLst/>
          </a:prstGeom>
          <a:ln w="228600" cap="sq" cmpd="thickThin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US" sz="28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reflection blurRad="12700" stA="28000" endPos="45000" dist="1000" dir="5400000" sy="-100000" algn="bl" rotWithShape="0"/>
              </a:effectLst>
              <a:latin typeface="Kruti Dev 714" pitchFamily="2" charset="0"/>
            </a:endParaRPr>
          </a:p>
        </p:txBody>
      </p:sp>
      <p:pic>
        <p:nvPicPr>
          <p:cNvPr id="7" name="Picture 3" descr="C:\Users\Admin\Desktop\Final\Phool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524000" y="4038600"/>
            <a:ext cx="676275" cy="647700"/>
          </a:xfrm>
          <a:prstGeom prst="rect">
            <a:avLst/>
          </a:prstGeom>
          <a:noFill/>
        </p:spPr>
      </p:pic>
      <p:pic>
        <p:nvPicPr>
          <p:cNvPr id="13" name="Picture 2" descr="C:\Users\Admin\Desktop\Final\Phool4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058400" y="4800600"/>
            <a:ext cx="657225" cy="695325"/>
          </a:xfrm>
          <a:prstGeom prst="rect">
            <a:avLst/>
          </a:prstGeom>
          <a:noFill/>
        </p:spPr>
      </p:pic>
      <p:pic>
        <p:nvPicPr>
          <p:cNvPr id="16" name="Picture 2" descr="C:\Users\Admin\Desktop\Final\Phool4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1828800" y="4648200"/>
            <a:ext cx="657225" cy="695325"/>
          </a:xfrm>
          <a:prstGeom prst="rect">
            <a:avLst/>
          </a:prstGeom>
          <a:noFill/>
        </p:spPr>
      </p:pic>
      <p:pic>
        <p:nvPicPr>
          <p:cNvPr id="19" name="Picture 4" descr="C:\Users\Admin\Desktop\Final\Phool2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96400" y="4876800"/>
            <a:ext cx="695325" cy="666750"/>
          </a:xfrm>
          <a:prstGeom prst="rect">
            <a:avLst/>
          </a:prstGeom>
          <a:noFill/>
        </p:spPr>
      </p:pic>
      <p:pic>
        <p:nvPicPr>
          <p:cNvPr id="21" name="Picture 4" descr="C:\Users\Admin\Desktop\Final\Phool2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-1219200" y="4572000"/>
            <a:ext cx="695325" cy="666750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>
          <a:xfrm>
            <a:off x="2209800" y="76200"/>
            <a:ext cx="5547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Kruti Dev 714" pitchFamily="2" charset="0"/>
              </a:rPr>
              <a:t>ukf‘kd</a:t>
            </a:r>
            <a:r>
              <a:rPr lang="en-US" sz="4000" dirty="0" smtClean="0">
                <a:latin typeface="Kruti Dev 714" pitchFamily="2" charset="0"/>
              </a:rPr>
              <a:t> ‘</a:t>
            </a:r>
            <a:r>
              <a:rPr lang="en-US" sz="4000" dirty="0" err="1" smtClean="0">
                <a:latin typeface="Kruti Dev 714" pitchFamily="2" charset="0"/>
              </a:rPr>
              <a:t>kgj</a:t>
            </a:r>
            <a:r>
              <a:rPr lang="en-US" sz="4000" dirty="0" smtClean="0">
                <a:latin typeface="Kruti Dev 714" pitchFamily="2" charset="0"/>
              </a:rPr>
              <a:t> iksyhl </a:t>
            </a:r>
            <a:r>
              <a:rPr lang="en-US" sz="4000" dirty="0" err="1" smtClean="0">
                <a:latin typeface="Kruti Dev 714" pitchFamily="2" charset="0"/>
              </a:rPr>
              <a:t>vk;qDrky</a:t>
            </a:r>
            <a:r>
              <a:rPr lang="en-US" sz="4000" dirty="0" smtClean="0">
                <a:latin typeface="Kruti Dev 714" pitchFamily="2" charset="0"/>
              </a:rPr>
              <a:t>; </a:t>
            </a:r>
            <a:endParaRPr lang="en-US" sz="4000" dirty="0">
              <a:latin typeface="Kruti Dev 714" pitchFamily="2" charset="0"/>
            </a:endParaRPr>
          </a:p>
        </p:txBody>
      </p:sp>
      <p:pic>
        <p:nvPicPr>
          <p:cNvPr id="24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9914"/>
          <a:stretch>
            <a:fillRect/>
          </a:stretch>
        </p:blipFill>
        <p:spPr bwMode="auto">
          <a:xfrm>
            <a:off x="1198129" y="219543"/>
            <a:ext cx="859271" cy="466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9914"/>
          <a:stretch>
            <a:fillRect/>
          </a:stretch>
        </p:blipFill>
        <p:spPr bwMode="auto">
          <a:xfrm>
            <a:off x="7370329" y="228600"/>
            <a:ext cx="859271" cy="466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3" descr="C:\Users\Admin\Desktop\Final\Phool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01200" y="4267200"/>
            <a:ext cx="676275" cy="6477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54 0.01202 C -0.11528 -0.02614 -0.16684 -0.0643 -0.21163 -0.08326 C -0.25642 -0.10223 -0.28264 -0.13761 -0.33264 -0.10153 C -0.38264 -0.06545 -0.4776 0.0821 -0.51163 0.13367 C -0.54566 0.18524 -0.53299 0.19449 -0.53629 0.20767 " pathEditMode="relative" ptsTypes="aaaaA">
                                      <p:cBhvr>
                                        <p:cTn id="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313 -0.01711 C 0.09514 -0.05157 0.13716 -0.08603 0.18282 -0.09435 C 0.2283 -0.10268 0.26025 -0.11887 0.32726 -0.0666 C 0.39427 -0.01434 0.54219 0.17207 0.58525 0.21971 " pathEditMode="relative" ptsTypes="aaaA">
                                      <p:cBhvr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722 -0.06013 C -0.11111 -0.142 -0.175 -0.22364 -0.25469 -0.19658 C -0.33438 -0.16952 -0.48004 0.05273 -0.525 0.10268 " pathEditMode="relative" ptsTypes="aaA">
                                      <p:cBhvr>
                                        <p:cTn id="1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87 0.00069 C 0.0585 -0.05042 0.06632 -0.1013 0.09409 -0.1309 C 0.12187 -0.1605 0.16076 -0.19658 0.21753 -0.17692 C 0.2743 -0.15727 0.38333 -0.06568 0.43489 -0.01249 C 0.48646 0.0407 0.51198 0.11655 0.52743 0.14223 " pathEditMode="relative" ptsTypes="aaaaA">
                                      <p:cBhvr>
                                        <p:cTn id="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747 -0.03793 C -0.17674 -0.1265 -0.24584 -0.21485 -0.30625 -0.22872 C -0.36667 -0.2426 -0.41702 -0.18062 -0.47049 -0.12188 C -0.52396 -0.06314 -0.60122 0.08233 -0.62726 0.12327 " pathEditMode="relative" ptsTypes="aaaA">
                                      <p:cBhvr>
                                        <p:cTn id="1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364 -0.07169 C 0.12048 -0.12465 0.1375 -0.17761 0.17031 -0.20144 C 0.20312 -0.22526 0.24774 -0.23266 0.30104 -0.21462 C 0.35434 -0.19658 0.43507 -0.15194 0.48993 -0.09297 C 0.54479 -0.034 0.58767 0.0525 0.63073 0.13899 " pathEditMode="relative" ptsTypes="aaaaA">
                                      <p:cBhvr>
                                        <p:cTn id="1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lvl="0"/>
            <a:endParaRPr lang="en-US" sz="2800" b="1" dirty="0" smtClean="0">
              <a:solidFill>
                <a:srgbClr val="7030A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710" pitchFamily="2" charset="0"/>
            </a:endParaRPr>
          </a:p>
          <a:p>
            <a:pPr algn="ctr"/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Ikksyhl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 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vk;qDrky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; 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ukf’kd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 ‘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kgj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 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vk;ksthr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 ‘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kkarrk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 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lferh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 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lnL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; o 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x.ks’k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 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eaMGkps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 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inkf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/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kdkjh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 o 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dk;ZdrsZ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 ;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kaph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 </a:t>
            </a:r>
          </a:p>
          <a:p>
            <a:pPr algn="ctr">
              <a:buNone/>
            </a:pP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x.ks’kksRlo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 2021]  </a:t>
            </a:r>
          </a:p>
          <a:p>
            <a:pPr algn="ctr">
              <a:buNone/>
            </a:pP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leUo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; 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cSBd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 o </a:t>
            </a:r>
            <a:r>
              <a:rPr lang="en-US" sz="5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0" pitchFamily="2" charset="0"/>
              </a:rPr>
              <a:t>ifjlaokn</a:t>
            </a:r>
            <a:endParaRPr lang="en-US" sz="54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206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Kruti Dev 050" pitchFamily="2" charset="0"/>
            </a:endParaRP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33400" y="0"/>
            <a:ext cx="8610600" cy="685800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lvl="0"/>
            <a:endParaRPr lang="en-US" sz="2800" b="1" dirty="0" smtClean="0">
              <a:solidFill>
                <a:srgbClr val="7030A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710" pitchFamily="2" charset="0"/>
            </a:endParaRPr>
          </a:p>
          <a:p>
            <a:pPr algn="ctr"/>
            <a:r>
              <a:rPr lang="en-US" sz="36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lkoZtfud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Jh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x.ks’kksRlo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lu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&amp;2021</a:t>
            </a:r>
          </a:p>
          <a:p>
            <a:pPr algn="ctr"/>
            <a:r>
              <a:rPr lang="en-US" sz="36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x.ks’k</a:t>
            </a:r>
            <a:r>
              <a:rPr lang="en-US" sz="36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6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prqFkhZ</a:t>
            </a:r>
            <a:r>
              <a:rPr lang="en-US" sz="36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¼LFkkiuk½    </a:t>
            </a:r>
            <a:r>
              <a:rPr lang="en-US" sz="36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fnukad</a:t>
            </a:r>
            <a:r>
              <a:rPr lang="en-US" sz="36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10@09@2021</a:t>
            </a:r>
          </a:p>
          <a:p>
            <a:pPr algn="ctr"/>
            <a:r>
              <a:rPr lang="en-US" sz="36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Jh</a:t>
            </a:r>
            <a:r>
              <a:rPr lang="en-US" sz="36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6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x.ks’k</a:t>
            </a:r>
            <a:r>
              <a:rPr lang="en-US" sz="36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6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foltZu</a:t>
            </a:r>
            <a:r>
              <a:rPr lang="en-US" sz="36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      </a:t>
            </a:r>
            <a:r>
              <a:rPr lang="en-US" sz="36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fnukad</a:t>
            </a:r>
            <a:r>
              <a:rPr lang="en-US" sz="36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19@09@2021</a:t>
            </a:r>
          </a:p>
          <a:p>
            <a:pPr algn="ctr"/>
            <a:r>
              <a:rPr lang="en-US" sz="30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lu</a:t>
            </a:r>
            <a:r>
              <a:rPr lang="en-US" sz="30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&amp;2021 </a:t>
            </a:r>
            <a:r>
              <a:rPr lang="en-US" sz="30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x.ks’kksRlo</a:t>
            </a:r>
            <a:r>
              <a:rPr lang="en-US" sz="30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0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dk;Zdze</a:t>
            </a:r>
            <a:r>
              <a:rPr lang="en-US" sz="30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[</a:t>
            </a:r>
            <a:r>
              <a:rPr lang="en-US" sz="30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kkyhyizek.ks</a:t>
            </a:r>
            <a:r>
              <a:rPr lang="en-US" sz="30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%&amp;</a:t>
            </a:r>
          </a:p>
          <a:p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1½ fn- 10@09@2021    ‘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kqdzokj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  ¼Jh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x.ks’kkph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izfrLFkkiuk½</a:t>
            </a:r>
          </a:p>
          <a:p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2½ fn- 11@09@2021     ‘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kfuokj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  ¼fnM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fnolkP;k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x.ks’kkps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foltZu½</a:t>
            </a:r>
          </a:p>
          <a:p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3½ fn- 12@09@2021   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jfookj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   ¼xkSjh vkxeu½</a:t>
            </a:r>
          </a:p>
          <a:p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4½ fn- 13@09@2021   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lkseokj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   ¼xkSjh iqtu½</a:t>
            </a:r>
          </a:p>
          <a:p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5½ fn- 14@09@2021   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eaxGokj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  ¼xkSjh o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ikp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fnolkaps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x.kirh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foltZu½</a:t>
            </a:r>
          </a:p>
          <a:p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6½ fn- 16@09@2021   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xq:okj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   ¼lkr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fnolkP;k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x.ks’kkps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foltZu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½</a:t>
            </a:r>
          </a:p>
          <a:p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7½ fn- 19@09@2021   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jfookj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    ¼vuar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prqnZ’kh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10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fnolkaP;k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x.ks’kkps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foltZu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½</a:t>
            </a:r>
          </a:p>
          <a:p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v’kkizdkjs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x.ks’k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mRlo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laiUu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gks.kkj </a:t>
            </a:r>
            <a:r>
              <a:rPr lang="en-US" sz="24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vkgs</a:t>
            </a:r>
            <a:r>
              <a:rPr lang="en-US" sz="24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</a:t>
            </a:r>
            <a:endParaRPr lang="en-US" dirty="0" smtClean="0">
              <a:solidFill>
                <a:srgbClr val="FF0000"/>
              </a:solidFill>
              <a:latin typeface="Kruti Dev 050" pitchFamily="2" charset="0"/>
            </a:endParaRPr>
          </a:p>
          <a:p>
            <a:pPr marL="0" lvl="1">
              <a:buFont typeface="Arial" pitchFamily="34" charset="0"/>
              <a:buChar char="•"/>
            </a:pPr>
            <a:endParaRPr lang="en-US" sz="3200" b="1" dirty="0" smtClean="0">
              <a:solidFill>
                <a:srgbClr val="00206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710" pitchFamily="2" charset="0"/>
            </a:endParaRP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5800" y="762000"/>
            <a:ext cx="80772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Jhx.ks’kksRlo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dkGkr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[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kkyhy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pkj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fnol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jk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=h 12-00 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okts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ikosrks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ok| 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oktfo.ks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/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ouh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{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ksid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;a=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kpk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okij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dj.;kl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ijokuxh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¼ftYgknaMkf/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kdkjh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;</a:t>
            </a:r>
            <a:r>
              <a:rPr lang="en-US" sz="32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kapsdMhy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vkns’kkUo;s½</a:t>
            </a:r>
          </a:p>
          <a:p>
            <a:pPr algn="ctr"/>
            <a:endParaRPr lang="en-US" sz="32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v½ fn-18@09@2021 ¼x.kirh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vkjkl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ikg.;klkBh½</a:t>
            </a:r>
          </a:p>
          <a:p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c½ fn-19@09@2021 ¼Jhx.ks’k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foltZu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fejo.kwd½</a:t>
            </a:r>
            <a:endParaRPr lang="en-US" sz="20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Kruti Dev 710" pitchFamily="2" charset="0"/>
            </a:endParaRPr>
          </a:p>
          <a:p>
            <a:pPr algn="ctr">
              <a:spcBef>
                <a:spcPts val="0"/>
              </a:spcBef>
              <a:buNone/>
            </a:pPr>
            <a:endParaRPr lang="en-US" sz="54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Kruti Dev 710" pitchFamily="2" charset="0"/>
            </a:endParaRPr>
          </a:p>
          <a:p>
            <a:pPr algn="ctr">
              <a:spcBef>
                <a:spcPts val="0"/>
              </a:spcBef>
              <a:buNone/>
            </a:pPr>
            <a:endParaRPr lang="en-US" sz="54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Kruti Dev 71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5800" y="762000"/>
            <a:ext cx="80772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 </a:t>
            </a:r>
            <a:r>
              <a:rPr lang="en-US" sz="4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lu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2020 e/</a:t>
            </a:r>
            <a:r>
              <a:rPr lang="en-US" sz="4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khy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4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x.ks’k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4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eaMGkapah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la[;k%</a:t>
            </a:r>
          </a:p>
          <a:p>
            <a:pPr lvl="0"/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	</a:t>
            </a:r>
          </a:p>
          <a:p>
            <a:pPr lvl="0"/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	1½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lkoZtfud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eksBh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eaMGs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		% 41</a:t>
            </a:r>
          </a:p>
          <a:p>
            <a:pPr lvl="0"/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	2½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lkoZtuhd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ygku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eaMGs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  		% 142</a:t>
            </a:r>
          </a:p>
          <a:p>
            <a:pPr lvl="0"/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	3½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ekSY;koku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eaMGs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            	% 13</a:t>
            </a:r>
          </a:p>
          <a:p>
            <a:pPr lvl="0"/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	4½ ,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dq.k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eaMGs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	         	% 196</a:t>
            </a:r>
          </a:p>
          <a:p>
            <a:pPr lvl="0"/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	5½ [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kktxh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x.ks’k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eaMGs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        	% 68]377</a:t>
            </a:r>
          </a:p>
          <a:p>
            <a:pPr algn="ctr">
              <a:spcBef>
                <a:spcPts val="0"/>
              </a:spcBef>
              <a:buNone/>
            </a:pPr>
            <a:endParaRPr lang="en-US" sz="54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Kruti Dev 710" pitchFamily="2" charset="0"/>
            </a:endParaRPr>
          </a:p>
          <a:p>
            <a:pPr algn="ctr">
              <a:spcBef>
                <a:spcPts val="0"/>
              </a:spcBef>
              <a:buNone/>
            </a:pPr>
            <a:endParaRPr lang="en-US" sz="54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Kruti Dev 71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5800" y="762000"/>
            <a:ext cx="8077200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Font typeface="Wingdings" pitchFamily="2" charset="2"/>
              <a:buChar char="v"/>
            </a:pPr>
            <a:r>
              <a:rPr lang="en-US" sz="2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foltZukP;k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eq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[;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fejo.kqdh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%&amp;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lu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2020 e/;s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dksfoM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19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P;k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vuq”kaxkus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x.kirh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foltZu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fejo.kqdk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&lt;.;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kr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vkY;k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ukghr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</a:t>
            </a:r>
          </a:p>
          <a:p>
            <a:pPr lvl="0" algn="just"/>
            <a:endParaRPr lang="en-US" sz="24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ctr"/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ukf’kd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‘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kgj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iksyhl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vk;qDrky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;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dk;Z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{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ks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=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krhy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eq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[;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ikjaikfjd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fejo.kqd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ekxZ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8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 </a:t>
            </a:r>
          </a:p>
          <a:p>
            <a:pPr algn="just"/>
            <a:endParaRPr lang="en-US" sz="22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algn="just"/>
            <a:r>
              <a:rPr lang="en-US" sz="2200" b="1" dirty="0" smtClean="0">
                <a:latin typeface="Kruti Dev 050" pitchFamily="2" charset="0"/>
              </a:rPr>
              <a:t>1½ </a:t>
            </a:r>
            <a:r>
              <a:rPr lang="en-US" sz="2200" b="1" dirty="0" err="1" smtClean="0">
                <a:latin typeface="Kruti Dev 050" pitchFamily="2" charset="0"/>
              </a:rPr>
              <a:t>Hknzdkyh</a:t>
            </a:r>
            <a:r>
              <a:rPr lang="en-US" sz="2200" b="1" dirty="0" smtClean="0">
                <a:latin typeface="Kruti Dev 050" pitchFamily="2" charset="0"/>
              </a:rPr>
              <a:t>] </a:t>
            </a:r>
            <a:r>
              <a:rPr lang="en-US" sz="2200" b="1" dirty="0" err="1" smtClean="0">
                <a:latin typeface="Kruti Dev 050" pitchFamily="2" charset="0"/>
              </a:rPr>
              <a:t>ljdkjokMk</a:t>
            </a:r>
            <a:r>
              <a:rPr lang="en-US" sz="2200" b="1" dirty="0" smtClean="0">
                <a:latin typeface="Kruti Dev 050" pitchFamily="2" charset="0"/>
              </a:rPr>
              <a:t> o </a:t>
            </a:r>
            <a:r>
              <a:rPr lang="en-US" sz="2200" b="1" dirty="0" err="1" smtClean="0">
                <a:latin typeface="Kruti Dev 050" pitchFamily="2" charset="0"/>
              </a:rPr>
              <a:t>iapoVh</a:t>
            </a:r>
            <a:r>
              <a:rPr lang="en-US" sz="2200" b="1" dirty="0" smtClean="0">
                <a:latin typeface="Kruti Dev 050" pitchFamily="2" charset="0"/>
              </a:rPr>
              <a:t> </a:t>
            </a:r>
            <a:r>
              <a:rPr lang="en-US" sz="2200" b="1" dirty="0" err="1" smtClean="0">
                <a:latin typeface="Kruti Dev 050" pitchFamily="2" charset="0"/>
              </a:rPr>
              <a:t>iks-LVs</a:t>
            </a:r>
            <a:r>
              <a:rPr lang="en-US" sz="2200" b="1" dirty="0" smtClean="0">
                <a:latin typeface="Kruti Dev 050" pitchFamily="2" charset="0"/>
              </a:rPr>
              <a:t>- </a:t>
            </a:r>
            <a:r>
              <a:rPr lang="en-US" sz="2200" b="1" dirty="0" err="1" smtClean="0">
                <a:latin typeface="Kruti Dev 050" pitchFamily="2" charset="0"/>
              </a:rPr>
              <a:t>gn~nhr</a:t>
            </a:r>
            <a:r>
              <a:rPr lang="en-US" sz="2200" b="1" dirty="0" smtClean="0">
                <a:latin typeface="Kruti Dev 050" pitchFamily="2" charset="0"/>
              </a:rPr>
              <a:t>%&amp; </a:t>
            </a:r>
            <a:endParaRPr lang="en-US" sz="2200" b="1" dirty="0" smtClean="0">
              <a:latin typeface="Kruti Dev 050" pitchFamily="2" charset="0"/>
            </a:endParaRPr>
          </a:p>
          <a:p>
            <a:pPr algn="just"/>
            <a:endParaRPr lang="en-US" sz="2200" dirty="0" smtClean="0">
              <a:latin typeface="Kruti Dev 050" pitchFamily="2" charset="0"/>
            </a:endParaRPr>
          </a:p>
          <a:p>
            <a:pPr lvl="0" algn="just"/>
            <a:r>
              <a:rPr lang="en-US" sz="2200" b="1" dirty="0" err="1" smtClean="0">
                <a:latin typeface="Kruti Dev 050" pitchFamily="2" charset="0"/>
              </a:rPr>
              <a:t>ukf’kd</a:t>
            </a:r>
            <a:r>
              <a:rPr lang="en-US" sz="2200" b="1" dirty="0" smtClean="0">
                <a:latin typeface="Kruti Dev 050" pitchFamily="2" charset="0"/>
              </a:rPr>
              <a:t> ‘</a:t>
            </a:r>
            <a:r>
              <a:rPr lang="en-US" sz="2200" b="1" dirty="0" err="1" smtClean="0">
                <a:latin typeface="Kruti Dev 050" pitchFamily="2" charset="0"/>
              </a:rPr>
              <a:t>kgjkrhy</a:t>
            </a:r>
            <a:r>
              <a:rPr lang="en-US" sz="2200" b="1" dirty="0" smtClean="0">
                <a:latin typeface="Kruti Dev 050" pitchFamily="2" charset="0"/>
              </a:rPr>
              <a:t> </a:t>
            </a:r>
            <a:r>
              <a:rPr lang="en-US" sz="2200" b="1" dirty="0" err="1" smtClean="0">
                <a:latin typeface="Kruti Dev 050" pitchFamily="2" charset="0"/>
              </a:rPr>
              <a:t>eq</a:t>
            </a:r>
            <a:r>
              <a:rPr lang="en-US" sz="2200" b="1" dirty="0" smtClean="0">
                <a:latin typeface="Kruti Dev 050" pitchFamily="2" charset="0"/>
              </a:rPr>
              <a:t>[; </a:t>
            </a:r>
            <a:r>
              <a:rPr lang="en-US" sz="2200" b="1" dirty="0" err="1" smtClean="0">
                <a:latin typeface="Kruti Dev 050" pitchFamily="2" charset="0"/>
              </a:rPr>
              <a:t>x.kirh</a:t>
            </a:r>
            <a:r>
              <a:rPr lang="en-US" sz="2200" b="1" dirty="0" smtClean="0">
                <a:latin typeface="Kruti Dev 050" pitchFamily="2" charset="0"/>
              </a:rPr>
              <a:t> </a:t>
            </a:r>
            <a:r>
              <a:rPr lang="en-US" sz="2200" b="1" dirty="0" err="1" smtClean="0">
                <a:latin typeface="Kruti Dev 050" pitchFamily="2" charset="0"/>
              </a:rPr>
              <a:t>foltZu</a:t>
            </a:r>
            <a:r>
              <a:rPr lang="en-US" sz="2200" b="1" dirty="0" smtClean="0">
                <a:latin typeface="Kruti Dev 050" pitchFamily="2" charset="0"/>
              </a:rPr>
              <a:t> fejo.kqd</a:t>
            </a:r>
            <a:r>
              <a:rPr lang="en-US" sz="2200" dirty="0" smtClean="0">
                <a:latin typeface="Kruti Dev 050" pitchFamily="2" charset="0"/>
              </a:rPr>
              <a:t>%&amp; </a:t>
            </a:r>
            <a:r>
              <a:rPr lang="en-US" sz="2200" b="1" dirty="0" smtClean="0">
                <a:latin typeface="Kruti Dev 050" pitchFamily="2" charset="0"/>
              </a:rPr>
              <a:t>¼Hknzdkyh gn~n½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pkSd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eaMbZ</a:t>
            </a:r>
            <a:r>
              <a:rPr lang="en-US" sz="2200" dirty="0" smtClean="0">
                <a:latin typeface="Kruti Dev 050" pitchFamily="2" charset="0"/>
              </a:rPr>
              <a:t> ¼okdMh ckjo½ &amp; </a:t>
            </a:r>
            <a:r>
              <a:rPr lang="en-US" sz="2200" dirty="0" err="1" smtClean="0">
                <a:latin typeface="Kruti Dev 050" pitchFamily="2" charset="0"/>
              </a:rPr>
              <a:t>dknj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ekdsZV</a:t>
            </a:r>
            <a:r>
              <a:rPr lang="en-US" sz="2200" dirty="0" smtClean="0">
                <a:latin typeface="Kruti Dev 050" pitchFamily="2" charset="0"/>
              </a:rPr>
              <a:t>&amp; </a:t>
            </a:r>
            <a:r>
              <a:rPr lang="en-US" sz="2200" dirty="0" err="1" smtClean="0">
                <a:latin typeface="Kruti Dev 050" pitchFamily="2" charset="0"/>
              </a:rPr>
              <a:t>Qqys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eaMbZ</a:t>
            </a:r>
            <a:r>
              <a:rPr lang="en-US" sz="2200" dirty="0" smtClean="0">
                <a:latin typeface="Kruti Dev 050" pitchFamily="2" charset="0"/>
              </a:rPr>
              <a:t>&amp; </a:t>
            </a:r>
            <a:r>
              <a:rPr lang="en-US" sz="2200" dirty="0" err="1" smtClean="0">
                <a:latin typeface="Kruti Dev 050" pitchFamily="2" charset="0"/>
              </a:rPr>
              <a:t>vCnqy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gehn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pkSd</a:t>
            </a:r>
            <a:r>
              <a:rPr lang="en-US" sz="2200" dirty="0" smtClean="0">
                <a:latin typeface="Kruti Dev 050" pitchFamily="2" charset="0"/>
              </a:rPr>
              <a:t>&amp; </a:t>
            </a:r>
            <a:r>
              <a:rPr lang="en-US" sz="2200" dirty="0" err="1" smtClean="0">
                <a:latin typeface="Kruti Dev 050" pitchFamily="2" charset="0"/>
              </a:rPr>
              <a:t>ckn’kkgh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dkWuZj</a:t>
            </a:r>
            <a:r>
              <a:rPr lang="en-US" sz="2200" dirty="0" smtClean="0">
                <a:latin typeface="Kruti Dev 050" pitchFamily="2" charset="0"/>
              </a:rPr>
              <a:t>&amp; </a:t>
            </a:r>
            <a:r>
              <a:rPr lang="en-US" sz="2200" dirty="0" err="1" smtClean="0">
                <a:latin typeface="Kruti Dev 050" pitchFamily="2" charset="0"/>
              </a:rPr>
              <a:t>xkMxs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egkjkt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iqrGk</a:t>
            </a:r>
            <a:r>
              <a:rPr lang="en-US" sz="2200" dirty="0" smtClean="0">
                <a:latin typeface="Kruti Dev 050" pitchFamily="2" charset="0"/>
              </a:rPr>
              <a:t>&amp; </a:t>
            </a:r>
            <a:r>
              <a:rPr lang="en-US" sz="2200" b="1" dirty="0" smtClean="0">
                <a:latin typeface="Kruti Dev 050" pitchFamily="2" charset="0"/>
              </a:rPr>
              <a:t>¼ljdkjokMk gn~n½</a:t>
            </a:r>
            <a:r>
              <a:rPr lang="en-US" sz="2200" dirty="0" smtClean="0">
                <a:latin typeface="Kruti Dev 050" pitchFamily="2" charset="0"/>
              </a:rPr>
              <a:t> /</a:t>
            </a:r>
            <a:r>
              <a:rPr lang="en-US" sz="2200" dirty="0" err="1" smtClean="0">
                <a:latin typeface="Kruti Dev 050" pitchFamily="2" charset="0"/>
              </a:rPr>
              <a:t>kqekG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ikWbaV</a:t>
            </a:r>
            <a:r>
              <a:rPr lang="en-US" sz="2200" dirty="0" smtClean="0">
                <a:latin typeface="Kruti Dev 050" pitchFamily="2" charset="0"/>
              </a:rPr>
              <a:t>&amp; </a:t>
            </a:r>
            <a:r>
              <a:rPr lang="en-US" sz="2200" dirty="0" err="1" smtClean="0">
                <a:latin typeface="Kruti Dev 050" pitchFamily="2" charset="0"/>
              </a:rPr>
              <a:t>lkaxyh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cWd</a:t>
            </a:r>
            <a:r>
              <a:rPr lang="en-US" sz="2200" dirty="0" smtClean="0">
                <a:latin typeface="Kruti Dev 050" pitchFamily="2" charset="0"/>
              </a:rPr>
              <a:t>&amp; </a:t>
            </a:r>
            <a:r>
              <a:rPr lang="en-US" sz="2200" dirty="0" err="1" smtClean="0">
                <a:latin typeface="Kruti Dev 050" pitchFamily="2" charset="0"/>
              </a:rPr>
              <a:t>esgsj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flXuy</a:t>
            </a:r>
            <a:r>
              <a:rPr lang="en-US" sz="2200" dirty="0" smtClean="0">
                <a:latin typeface="Kruti Dev 050" pitchFamily="2" charset="0"/>
              </a:rPr>
              <a:t>&amp; </a:t>
            </a:r>
            <a:r>
              <a:rPr lang="en-US" sz="2200" dirty="0" err="1" smtClean="0">
                <a:latin typeface="Kruti Dev 050" pitchFamily="2" charset="0"/>
              </a:rPr>
              <a:t>v’kksdLraHk</a:t>
            </a:r>
            <a:r>
              <a:rPr lang="en-US" sz="2200" dirty="0" smtClean="0">
                <a:latin typeface="Kruti Dev 050" pitchFamily="2" charset="0"/>
              </a:rPr>
              <a:t>&amp; </a:t>
            </a:r>
            <a:r>
              <a:rPr lang="en-US" sz="2200" dirty="0" err="1" smtClean="0">
                <a:latin typeface="Kruti Dev 050" pitchFamily="2" charset="0"/>
              </a:rPr>
              <a:t>jfookj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dkjatk</a:t>
            </a:r>
            <a:r>
              <a:rPr lang="en-US" sz="2200" dirty="0" smtClean="0">
                <a:latin typeface="Kruti Dev 050" pitchFamily="2" charset="0"/>
              </a:rPr>
              <a:t>&amp; </a:t>
            </a:r>
            <a:r>
              <a:rPr lang="en-US" sz="2200" b="1" dirty="0" smtClean="0">
                <a:latin typeface="Kruti Dev 050" pitchFamily="2" charset="0"/>
              </a:rPr>
              <a:t>¼iapoVh gn~n½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ekysxko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LVW.M</a:t>
            </a:r>
            <a:r>
              <a:rPr lang="en-US" sz="2200" dirty="0" smtClean="0">
                <a:latin typeface="Kruti Dev 050" pitchFamily="2" charset="0"/>
              </a:rPr>
              <a:t> &amp; </a:t>
            </a:r>
            <a:r>
              <a:rPr lang="en-US" sz="2200" dirty="0" err="1" smtClean="0">
                <a:latin typeface="Kruti Dev 050" pitchFamily="2" charset="0"/>
              </a:rPr>
              <a:t>Eglksck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egkjkt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iVkx.k</a:t>
            </a:r>
            <a:r>
              <a:rPr lang="en-US" sz="2200" dirty="0" smtClean="0">
                <a:latin typeface="Kruti Dev 050" pitchFamily="2" charset="0"/>
              </a:rPr>
              <a:t> ;kfBdk.kh </a:t>
            </a:r>
            <a:r>
              <a:rPr lang="en-US" sz="2200" dirty="0" err="1" smtClean="0">
                <a:latin typeface="Kruti Dev 050" pitchFamily="2" charset="0"/>
              </a:rPr>
              <a:t>foltZu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gksrs</a:t>
            </a:r>
            <a:r>
              <a:rPr lang="en-US" sz="2200" dirty="0" smtClean="0">
                <a:latin typeface="Kruti Dev 050" pitchFamily="2" charset="0"/>
              </a:rPr>
              <a:t>- </a:t>
            </a:r>
          </a:p>
          <a:p>
            <a:pPr algn="just"/>
            <a:r>
              <a:rPr lang="en-US" sz="2200" dirty="0" err="1" smtClean="0">
                <a:latin typeface="Kruti Dev 050" pitchFamily="2" charset="0"/>
              </a:rPr>
              <a:t>lnj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ekxkZoj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Hknzdkyh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iks-LVs</a:t>
            </a:r>
            <a:r>
              <a:rPr lang="en-US" sz="2200" dirty="0" smtClean="0">
                <a:latin typeface="Kruti Dev 050" pitchFamily="2" charset="0"/>
              </a:rPr>
              <a:t>- </a:t>
            </a:r>
            <a:r>
              <a:rPr lang="en-US" sz="2200" dirty="0" err="1" smtClean="0">
                <a:latin typeface="Kruti Dev 050" pitchFamily="2" charset="0"/>
              </a:rPr>
              <a:t>gn~nhr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tgkWxhj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eLthn</a:t>
            </a:r>
            <a:r>
              <a:rPr lang="en-US" sz="2200" dirty="0" smtClean="0">
                <a:latin typeface="Kruti Dev 050" pitchFamily="2" charset="0"/>
              </a:rPr>
              <a:t>] </a:t>
            </a:r>
            <a:r>
              <a:rPr lang="en-US" sz="2200" dirty="0" err="1" smtClean="0">
                <a:latin typeface="Kruti Dev 050" pitchFamily="2" charset="0"/>
              </a:rPr>
              <a:t>tgkWxhj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dczLFkku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rlsp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gsyckoMh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eLthn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vkgs</a:t>
            </a:r>
            <a:r>
              <a:rPr lang="en-US" sz="2200" dirty="0" smtClean="0">
                <a:latin typeface="Kruti Dev 050" pitchFamily="2" charset="0"/>
              </a:rPr>
              <a:t>- </a:t>
            </a:r>
            <a:r>
              <a:rPr lang="en-US" sz="2200" dirty="0" err="1" smtClean="0">
                <a:latin typeface="Kruti Dev 050" pitchFamily="2" charset="0"/>
              </a:rPr>
              <a:t>eq</a:t>
            </a:r>
            <a:r>
              <a:rPr lang="en-US" sz="2200" dirty="0" smtClean="0">
                <a:latin typeface="Kruti Dev 050" pitchFamily="2" charset="0"/>
              </a:rPr>
              <a:t>[; fejo.kqd </a:t>
            </a:r>
            <a:r>
              <a:rPr lang="en-US" sz="2200" dirty="0" err="1" smtClean="0">
                <a:latin typeface="Kruti Dev 050" pitchFamily="2" charset="0"/>
              </a:rPr>
              <a:t>ekxkZoj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okdMh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ckjo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rs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vCnqy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gehn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pkSd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eqLyhe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cgqy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oLrh</a:t>
            </a:r>
            <a:r>
              <a:rPr lang="en-US" sz="2200" dirty="0" smtClean="0">
                <a:latin typeface="Kruti Dev 050" pitchFamily="2" charset="0"/>
              </a:rPr>
              <a:t> </a:t>
            </a:r>
            <a:r>
              <a:rPr lang="en-US" sz="2200" dirty="0" err="1" smtClean="0">
                <a:latin typeface="Kruti Dev 050" pitchFamily="2" charset="0"/>
              </a:rPr>
              <a:t>vkgs</a:t>
            </a:r>
            <a:r>
              <a:rPr lang="en-US" sz="2200" dirty="0" smtClean="0">
                <a:latin typeface="Kruti Dev 050" pitchFamily="2" charset="0"/>
              </a:rPr>
              <a:t>-</a:t>
            </a:r>
            <a:endParaRPr lang="en-US" sz="2200" dirty="0" smtClean="0">
              <a:solidFill>
                <a:srgbClr val="FF0000"/>
              </a:solidFill>
              <a:latin typeface="Kruti Dev 500" pitchFamily="2" charset="0"/>
            </a:endParaRPr>
          </a:p>
          <a:p>
            <a:pPr algn="ctr">
              <a:spcBef>
                <a:spcPts val="0"/>
              </a:spcBef>
              <a:buNone/>
            </a:pPr>
            <a:endParaRPr lang="en-US" sz="54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Kruti Dev 710" pitchFamily="2" charset="0"/>
            </a:endParaRPr>
          </a:p>
          <a:p>
            <a:pPr algn="ctr">
              <a:spcBef>
                <a:spcPts val="0"/>
              </a:spcBef>
              <a:buNone/>
            </a:pPr>
            <a:endParaRPr lang="en-US" sz="54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Kruti Dev 71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\Desktop\Final\For PPT\Nashim Google Map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1447800"/>
            <a:ext cx="9144001" cy="54102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>
                <a:latin typeface="Kruti Dev 710" pitchFamily="2" charset="0"/>
              </a:rPr>
              <a:t>1½ukf’kd ‘</a:t>
            </a:r>
            <a:r>
              <a:rPr lang="en-US" sz="4000" b="1" dirty="0" err="1" smtClean="0">
                <a:latin typeface="Kruti Dev 710" pitchFamily="2" charset="0"/>
              </a:rPr>
              <a:t>kgj</a:t>
            </a:r>
            <a:r>
              <a:rPr lang="en-US" sz="4000" b="1" dirty="0" smtClean="0">
                <a:latin typeface="Kruti Dev 710" pitchFamily="2" charset="0"/>
              </a:rPr>
              <a:t> </a:t>
            </a:r>
            <a:r>
              <a:rPr lang="en-US" sz="4000" b="1" dirty="0" err="1" smtClean="0">
                <a:latin typeface="Kruti Dev 710" pitchFamily="2" charset="0"/>
              </a:rPr>
              <a:t>foltZu</a:t>
            </a:r>
            <a:r>
              <a:rPr lang="en-US" sz="4000" b="1" dirty="0" smtClean="0">
                <a:latin typeface="Kruti Dev 710" pitchFamily="2" charset="0"/>
              </a:rPr>
              <a:t> </a:t>
            </a:r>
            <a:r>
              <a:rPr lang="en-US" sz="4000" b="1" dirty="0" err="1" smtClean="0">
                <a:latin typeface="Kruti Dev 710" pitchFamily="2" charset="0"/>
              </a:rPr>
              <a:t>fejo.kqdhpk</a:t>
            </a:r>
            <a:r>
              <a:rPr lang="en-US" sz="4000" b="1" dirty="0" smtClean="0">
                <a:latin typeface="Kruti Dev 710" pitchFamily="2" charset="0"/>
              </a:rPr>
              <a:t> </a:t>
            </a:r>
            <a:r>
              <a:rPr lang="en-US" sz="4000" b="1" dirty="0" err="1" smtClean="0">
                <a:latin typeface="Kruti Dev 710" pitchFamily="2" charset="0"/>
              </a:rPr>
              <a:t>ekxZ</a:t>
            </a:r>
            <a:r>
              <a:rPr lang="en-US" sz="5400" b="1" dirty="0" smtClean="0">
                <a:latin typeface="Kruti Dev 710" pitchFamily="2" charset="0"/>
              </a:rPr>
              <a:t>%&amp; </a:t>
            </a:r>
            <a:r>
              <a:rPr lang="en-US" sz="3600" b="1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pkSd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</a:t>
            </a:r>
            <a:r>
              <a:rPr lang="en-US" sz="3600" b="1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eaMbZ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¼okdMh ckjo½ </a:t>
            </a:r>
            <a:r>
              <a:rPr lang="en-US" sz="3600" b="1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rs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</a:t>
            </a:r>
            <a:r>
              <a:rPr lang="en-US" sz="3600" b="1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Eglksck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</a:t>
            </a:r>
            <a:r>
              <a:rPr lang="en-US" sz="3600" b="1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egkjkt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</a:t>
            </a:r>
            <a:r>
              <a:rPr lang="en-US" sz="3600" b="1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iVkax.k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</a:t>
            </a:r>
            <a:r>
              <a:rPr lang="en-US" sz="3600" b="1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xksnkojh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unh 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117006" y="2321169"/>
            <a:ext cx="1338871" cy="2296938"/>
          </a:xfrm>
          <a:custGeom>
            <a:avLst/>
            <a:gdLst>
              <a:gd name="connsiteX0" fmla="*/ 1338871 w 1338871"/>
              <a:gd name="connsiteY0" fmla="*/ 506437 h 2296938"/>
              <a:gd name="connsiteX1" fmla="*/ 1338871 w 1338871"/>
              <a:gd name="connsiteY1" fmla="*/ 422031 h 2296938"/>
              <a:gd name="connsiteX2" fmla="*/ 1324803 w 1338871"/>
              <a:gd name="connsiteY2" fmla="*/ 267286 h 2296938"/>
              <a:gd name="connsiteX3" fmla="*/ 1310736 w 1338871"/>
              <a:gd name="connsiteY3" fmla="*/ 225083 h 2296938"/>
              <a:gd name="connsiteX4" fmla="*/ 1226329 w 1338871"/>
              <a:gd name="connsiteY4" fmla="*/ 168813 h 2296938"/>
              <a:gd name="connsiteX5" fmla="*/ 1184126 w 1338871"/>
              <a:gd name="connsiteY5" fmla="*/ 182880 h 2296938"/>
              <a:gd name="connsiteX6" fmla="*/ 1155991 w 1338871"/>
              <a:gd name="connsiteY6" fmla="*/ 225083 h 2296938"/>
              <a:gd name="connsiteX7" fmla="*/ 1085652 w 1338871"/>
              <a:gd name="connsiteY7" fmla="*/ 211016 h 2296938"/>
              <a:gd name="connsiteX8" fmla="*/ 1029382 w 1338871"/>
              <a:gd name="connsiteY8" fmla="*/ 196948 h 2296938"/>
              <a:gd name="connsiteX9" fmla="*/ 944976 w 1338871"/>
              <a:gd name="connsiteY9" fmla="*/ 168813 h 2296938"/>
              <a:gd name="connsiteX10" fmla="*/ 959043 w 1338871"/>
              <a:gd name="connsiteY10" fmla="*/ 126609 h 2296938"/>
              <a:gd name="connsiteX11" fmla="*/ 1001246 w 1338871"/>
              <a:gd name="connsiteY11" fmla="*/ 112542 h 2296938"/>
              <a:gd name="connsiteX12" fmla="*/ 959043 w 1338871"/>
              <a:gd name="connsiteY12" fmla="*/ 14068 h 2296938"/>
              <a:gd name="connsiteX13" fmla="*/ 916840 w 1338871"/>
              <a:gd name="connsiteY13" fmla="*/ 0 h 2296938"/>
              <a:gd name="connsiteX14" fmla="*/ 874637 w 1338871"/>
              <a:gd name="connsiteY14" fmla="*/ 14068 h 2296938"/>
              <a:gd name="connsiteX15" fmla="*/ 748028 w 1338871"/>
              <a:gd name="connsiteY15" fmla="*/ 112542 h 2296938"/>
              <a:gd name="connsiteX16" fmla="*/ 733960 w 1338871"/>
              <a:gd name="connsiteY16" fmla="*/ 154745 h 2296938"/>
              <a:gd name="connsiteX17" fmla="*/ 691757 w 1338871"/>
              <a:gd name="connsiteY17" fmla="*/ 168813 h 2296938"/>
              <a:gd name="connsiteX18" fmla="*/ 663622 w 1338871"/>
              <a:gd name="connsiteY18" fmla="*/ 323557 h 2296938"/>
              <a:gd name="connsiteX19" fmla="*/ 635486 w 1338871"/>
              <a:gd name="connsiteY19" fmla="*/ 351693 h 2296938"/>
              <a:gd name="connsiteX20" fmla="*/ 537012 w 1338871"/>
              <a:gd name="connsiteY20" fmla="*/ 422031 h 2296938"/>
              <a:gd name="connsiteX21" fmla="*/ 494809 w 1338871"/>
              <a:gd name="connsiteY21" fmla="*/ 436099 h 2296938"/>
              <a:gd name="connsiteX22" fmla="*/ 466674 w 1338871"/>
              <a:gd name="connsiteY22" fmla="*/ 520505 h 2296938"/>
              <a:gd name="connsiteX23" fmla="*/ 452606 w 1338871"/>
              <a:gd name="connsiteY23" fmla="*/ 703385 h 2296938"/>
              <a:gd name="connsiteX24" fmla="*/ 410403 w 1338871"/>
              <a:gd name="connsiteY24" fmla="*/ 745588 h 2296938"/>
              <a:gd name="connsiteX25" fmla="*/ 213456 w 1338871"/>
              <a:gd name="connsiteY25" fmla="*/ 787791 h 2296938"/>
              <a:gd name="connsiteX26" fmla="*/ 199388 w 1338871"/>
              <a:gd name="connsiteY26" fmla="*/ 829994 h 2296938"/>
              <a:gd name="connsiteX27" fmla="*/ 114982 w 1338871"/>
              <a:gd name="connsiteY27" fmla="*/ 872197 h 2296938"/>
              <a:gd name="connsiteX28" fmla="*/ 72779 w 1338871"/>
              <a:gd name="connsiteY28" fmla="*/ 886265 h 2296938"/>
              <a:gd name="connsiteX29" fmla="*/ 44643 w 1338871"/>
              <a:gd name="connsiteY29" fmla="*/ 914400 h 2296938"/>
              <a:gd name="connsiteX30" fmla="*/ 2440 w 1338871"/>
              <a:gd name="connsiteY30" fmla="*/ 942536 h 2296938"/>
              <a:gd name="connsiteX31" fmla="*/ 44643 w 1338871"/>
              <a:gd name="connsiteY31" fmla="*/ 1097280 h 2296938"/>
              <a:gd name="connsiteX32" fmla="*/ 86846 w 1338871"/>
              <a:gd name="connsiteY32" fmla="*/ 1266093 h 2296938"/>
              <a:gd name="connsiteX33" fmla="*/ 114982 w 1338871"/>
              <a:gd name="connsiteY33" fmla="*/ 1294228 h 2296938"/>
              <a:gd name="connsiteX34" fmla="*/ 143117 w 1338871"/>
              <a:gd name="connsiteY34" fmla="*/ 1463040 h 2296938"/>
              <a:gd name="connsiteX35" fmla="*/ 283794 w 1338871"/>
              <a:gd name="connsiteY35" fmla="*/ 1477108 h 2296938"/>
              <a:gd name="connsiteX36" fmla="*/ 354132 w 1338871"/>
              <a:gd name="connsiteY36" fmla="*/ 2152357 h 2296938"/>
              <a:gd name="connsiteX37" fmla="*/ 649554 w 1338871"/>
              <a:gd name="connsiteY37" fmla="*/ 2180493 h 2296938"/>
              <a:gd name="connsiteX38" fmla="*/ 705825 w 1338871"/>
              <a:gd name="connsiteY38" fmla="*/ 2194560 h 2296938"/>
              <a:gd name="connsiteX39" fmla="*/ 748028 w 1338871"/>
              <a:gd name="connsiteY39" fmla="*/ 2222696 h 2296938"/>
              <a:gd name="connsiteX40" fmla="*/ 916840 w 1338871"/>
              <a:gd name="connsiteY40" fmla="*/ 2293034 h 2296938"/>
              <a:gd name="connsiteX41" fmla="*/ 1198194 w 1338871"/>
              <a:gd name="connsiteY41" fmla="*/ 2293034 h 2296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338871" h="2296938">
                <a:moveTo>
                  <a:pt x="1338871" y="506437"/>
                </a:moveTo>
                <a:cubicBezTo>
                  <a:pt x="1301356" y="393896"/>
                  <a:pt x="1338871" y="534572"/>
                  <a:pt x="1338871" y="422031"/>
                </a:cubicBezTo>
                <a:cubicBezTo>
                  <a:pt x="1338871" y="370237"/>
                  <a:pt x="1332128" y="318560"/>
                  <a:pt x="1324803" y="267286"/>
                </a:cubicBezTo>
                <a:cubicBezTo>
                  <a:pt x="1322706" y="252606"/>
                  <a:pt x="1321221" y="235568"/>
                  <a:pt x="1310736" y="225083"/>
                </a:cubicBezTo>
                <a:cubicBezTo>
                  <a:pt x="1286825" y="201173"/>
                  <a:pt x="1226329" y="168813"/>
                  <a:pt x="1226329" y="168813"/>
                </a:cubicBezTo>
                <a:cubicBezTo>
                  <a:pt x="1212261" y="173502"/>
                  <a:pt x="1195705" y="173617"/>
                  <a:pt x="1184126" y="182880"/>
                </a:cubicBezTo>
                <a:cubicBezTo>
                  <a:pt x="1170924" y="193442"/>
                  <a:pt x="1172248" y="220438"/>
                  <a:pt x="1155991" y="225083"/>
                </a:cubicBezTo>
                <a:cubicBezTo>
                  <a:pt x="1133000" y="231652"/>
                  <a:pt x="1108993" y="216203"/>
                  <a:pt x="1085652" y="211016"/>
                </a:cubicBezTo>
                <a:cubicBezTo>
                  <a:pt x="1066778" y="206822"/>
                  <a:pt x="1047901" y="202504"/>
                  <a:pt x="1029382" y="196948"/>
                </a:cubicBezTo>
                <a:cubicBezTo>
                  <a:pt x="1000976" y="188426"/>
                  <a:pt x="944976" y="168813"/>
                  <a:pt x="944976" y="168813"/>
                </a:cubicBezTo>
                <a:cubicBezTo>
                  <a:pt x="949665" y="154745"/>
                  <a:pt x="948557" y="137095"/>
                  <a:pt x="959043" y="126609"/>
                </a:cubicBezTo>
                <a:cubicBezTo>
                  <a:pt x="969528" y="116124"/>
                  <a:pt x="996557" y="126610"/>
                  <a:pt x="1001246" y="112542"/>
                </a:cubicBezTo>
                <a:cubicBezTo>
                  <a:pt x="1012598" y="78488"/>
                  <a:pt x="988544" y="31769"/>
                  <a:pt x="959043" y="14068"/>
                </a:cubicBezTo>
                <a:cubicBezTo>
                  <a:pt x="946327" y="6439"/>
                  <a:pt x="930908" y="4689"/>
                  <a:pt x="916840" y="0"/>
                </a:cubicBezTo>
                <a:cubicBezTo>
                  <a:pt x="902772" y="4689"/>
                  <a:pt x="887600" y="6867"/>
                  <a:pt x="874637" y="14068"/>
                </a:cubicBezTo>
                <a:cubicBezTo>
                  <a:pt x="798917" y="56135"/>
                  <a:pt x="799292" y="61278"/>
                  <a:pt x="748028" y="112542"/>
                </a:cubicBezTo>
                <a:cubicBezTo>
                  <a:pt x="743339" y="126610"/>
                  <a:pt x="744445" y="144260"/>
                  <a:pt x="733960" y="154745"/>
                </a:cubicBezTo>
                <a:cubicBezTo>
                  <a:pt x="723475" y="165230"/>
                  <a:pt x="697460" y="155125"/>
                  <a:pt x="691757" y="168813"/>
                </a:cubicBezTo>
                <a:cubicBezTo>
                  <a:pt x="671593" y="217207"/>
                  <a:pt x="679040" y="273448"/>
                  <a:pt x="663622" y="323557"/>
                </a:cubicBezTo>
                <a:cubicBezTo>
                  <a:pt x="659721" y="336234"/>
                  <a:pt x="645675" y="343202"/>
                  <a:pt x="635486" y="351693"/>
                </a:cubicBezTo>
                <a:cubicBezTo>
                  <a:pt x="625921" y="359664"/>
                  <a:pt x="555291" y="412892"/>
                  <a:pt x="537012" y="422031"/>
                </a:cubicBezTo>
                <a:cubicBezTo>
                  <a:pt x="523749" y="428663"/>
                  <a:pt x="508877" y="431410"/>
                  <a:pt x="494809" y="436099"/>
                </a:cubicBezTo>
                <a:cubicBezTo>
                  <a:pt x="485431" y="464234"/>
                  <a:pt x="468949" y="490935"/>
                  <a:pt x="466674" y="520505"/>
                </a:cubicBezTo>
                <a:cubicBezTo>
                  <a:pt x="461985" y="581465"/>
                  <a:pt x="467435" y="644070"/>
                  <a:pt x="452606" y="703385"/>
                </a:cubicBezTo>
                <a:cubicBezTo>
                  <a:pt x="447781" y="722686"/>
                  <a:pt x="427274" y="735044"/>
                  <a:pt x="410403" y="745588"/>
                </a:cubicBezTo>
                <a:cubicBezTo>
                  <a:pt x="348699" y="784153"/>
                  <a:pt x="284348" y="779914"/>
                  <a:pt x="213456" y="787791"/>
                </a:cubicBezTo>
                <a:cubicBezTo>
                  <a:pt x="208767" y="801859"/>
                  <a:pt x="207017" y="817279"/>
                  <a:pt x="199388" y="829994"/>
                </a:cubicBezTo>
                <a:cubicBezTo>
                  <a:pt x="176537" y="868077"/>
                  <a:pt x="156486" y="860338"/>
                  <a:pt x="114982" y="872197"/>
                </a:cubicBezTo>
                <a:cubicBezTo>
                  <a:pt x="100724" y="876271"/>
                  <a:pt x="86847" y="881576"/>
                  <a:pt x="72779" y="886265"/>
                </a:cubicBezTo>
                <a:cubicBezTo>
                  <a:pt x="63400" y="895643"/>
                  <a:pt x="55000" y="906115"/>
                  <a:pt x="44643" y="914400"/>
                </a:cubicBezTo>
                <a:cubicBezTo>
                  <a:pt x="31441" y="924962"/>
                  <a:pt x="4122" y="925713"/>
                  <a:pt x="2440" y="942536"/>
                </a:cubicBezTo>
                <a:cubicBezTo>
                  <a:pt x="0" y="966940"/>
                  <a:pt x="31453" y="1057709"/>
                  <a:pt x="44643" y="1097280"/>
                </a:cubicBezTo>
                <a:cubicBezTo>
                  <a:pt x="56390" y="1202997"/>
                  <a:pt x="36825" y="1203567"/>
                  <a:pt x="86846" y="1266093"/>
                </a:cubicBezTo>
                <a:cubicBezTo>
                  <a:pt x="95131" y="1276450"/>
                  <a:pt x="105603" y="1284850"/>
                  <a:pt x="114982" y="1294228"/>
                </a:cubicBezTo>
                <a:cubicBezTo>
                  <a:pt x="124360" y="1350499"/>
                  <a:pt x="104423" y="1421122"/>
                  <a:pt x="143117" y="1463040"/>
                </a:cubicBezTo>
                <a:cubicBezTo>
                  <a:pt x="175082" y="1497669"/>
                  <a:pt x="273267" y="1431173"/>
                  <a:pt x="283794" y="1477108"/>
                </a:cubicBezTo>
                <a:cubicBezTo>
                  <a:pt x="349387" y="1763333"/>
                  <a:pt x="79518" y="2119403"/>
                  <a:pt x="354132" y="2152357"/>
                </a:cubicBezTo>
                <a:cubicBezTo>
                  <a:pt x="452347" y="2164143"/>
                  <a:pt x="551080" y="2171114"/>
                  <a:pt x="649554" y="2180493"/>
                </a:cubicBezTo>
                <a:cubicBezTo>
                  <a:pt x="668311" y="2185182"/>
                  <a:pt x="688054" y="2186944"/>
                  <a:pt x="705825" y="2194560"/>
                </a:cubicBezTo>
                <a:cubicBezTo>
                  <a:pt x="721365" y="2201220"/>
                  <a:pt x="733185" y="2214600"/>
                  <a:pt x="748028" y="2222696"/>
                </a:cubicBezTo>
                <a:cubicBezTo>
                  <a:pt x="779165" y="2239680"/>
                  <a:pt x="865378" y="2290890"/>
                  <a:pt x="916840" y="2293034"/>
                </a:cubicBezTo>
                <a:cubicBezTo>
                  <a:pt x="1010543" y="2296938"/>
                  <a:pt x="1104409" y="2293034"/>
                  <a:pt x="1198194" y="2293034"/>
                </a:cubicBezTo>
              </a:path>
            </a:pathLst>
          </a:cu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:\Users\Admin\Desktop\Magar Saheb Final Work\photos-2014-9-12-7-10-26.jpg"/>
          <p:cNvPicPr>
            <a:picLocks noChangeAspect="1" noChangeArrowheads="1"/>
          </p:cNvPicPr>
          <p:nvPr/>
        </p:nvPicPr>
        <p:blipFill>
          <a:blip r:embed="rId3" cstate="print"/>
          <a:srcRect l="25385" r="13077" b="17229"/>
          <a:stretch>
            <a:fillRect/>
          </a:stretch>
        </p:blipFill>
        <p:spPr bwMode="auto">
          <a:xfrm>
            <a:off x="7315200" y="4419600"/>
            <a:ext cx="1004132" cy="86229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72 -0.03218 C -0.06823 -0.03241 -0.07673 -0.03241 -0.08542 -0.03496 C -0.0941 -0.0375 -0.10017 -0.04445 -0.1118 -0.04792 C -0.12344 -0.05139 -0.1467 -0.05162 -0.15486 -0.05625 C -0.16302 -0.06088 -0.16146 -0.06482 -0.16111 -0.0757 C -0.16076 -0.08658 -0.15364 -0.10834 -0.15278 -0.12107 C -0.15191 -0.1338 -0.1526 -0.14699 -0.15555 -0.15255 C -0.15851 -0.15811 -0.16788 -0.14954 -0.17083 -0.1544 C -0.17378 -0.15926 -0.17135 -0.17454 -0.17292 -0.18125 C -0.17448 -0.18797 -0.17864 -0.18727 -0.18055 -0.19514 C -0.18246 -0.20301 -0.18628 -0.22037 -0.18472 -0.22848 C -0.18316 -0.23658 -0.17535 -0.23959 -0.17153 -0.24329 C -0.16771 -0.24699 -0.16649 -0.24792 -0.1618 -0.2507 C -0.15712 -0.25348 -0.14757 -0.2551 -0.14305 -0.25996 C -0.13854 -0.26482 -0.13628 -0.27246 -0.13472 -0.2794 C -0.13316 -0.28635 -0.1368 -0.29514 -0.13333 -0.30162 C -0.12986 -0.30811 -0.11771 -0.31088 -0.11389 -0.31829 C -0.11007 -0.3257 -0.11233 -0.34028 -0.11042 -0.34607 C -0.10851 -0.35186 -0.10642 -0.34908 -0.10278 -0.35255 C -0.09913 -0.35602 -0.09305 -0.36436 -0.08889 -0.36644 C -0.08472 -0.36852 -0.08003 -0.36737 -0.07778 -0.36551 C -0.07552 -0.36366 -0.0743 -0.35857 -0.075 -0.35533 C -0.07569 -0.35209 -0.08212 -0.34862 -0.08194 -0.34607 C -0.08177 -0.34352 -0.07795 -0.34213 -0.0743 -0.34051 C -0.07066 -0.33889 -0.06389 -0.33542 -0.06042 -0.33588 C -0.05694 -0.33635 -0.05677 -0.34399 -0.05347 -0.34329 C -0.05017 -0.3426 -0.04236 -0.33959 -0.04028 -0.33218 C -0.03819 -0.32477 -0.03993 -0.30556 -0.04097 -0.29885 C -0.04201 -0.29213 -0.04566 -0.2926 -0.04653 -0.29144 " pathEditMode="relative" ptsTypes="aaaaaaaaaaaaaaaaaaaaaaaaaaaaA">
                                      <p:cBhvr>
                                        <p:cTn id="1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5800" y="762000"/>
            <a:ext cx="80772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Font typeface="Wingdings" pitchFamily="2" charset="2"/>
              <a:buChar char="v"/>
            </a:pPr>
            <a:r>
              <a:rPr lang="en-US" sz="2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foltZukP;k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eq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[;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fejo.kqdh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%&amp;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lu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2020 e/;s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dksfoM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19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P;k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vuq”kaxkus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x.kirh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foltZu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fejo.kqdk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&lt;.;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kr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vkY;k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ukghr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</a:t>
            </a:r>
          </a:p>
          <a:p>
            <a:pPr lvl="0" algn="just"/>
            <a:endParaRPr lang="en-US" sz="24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ctr"/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ukf’kd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‘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kgj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iksyhl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vk;qDrky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;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dk;Z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{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ks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=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krhy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eq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[;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ikjaikfjd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fejo.kqd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ekxZ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8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 </a:t>
            </a:r>
          </a:p>
          <a:p>
            <a:pPr algn="just"/>
            <a:endParaRPr lang="en-US" sz="22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algn="just"/>
            <a:r>
              <a:rPr lang="en-US" sz="2400" b="1" dirty="0" smtClean="0">
                <a:latin typeface="Kruti Dev 050" pitchFamily="2" charset="0"/>
              </a:rPr>
              <a:t>2½ </a:t>
            </a:r>
            <a:r>
              <a:rPr lang="en-US" sz="2400" b="1" dirty="0" err="1" smtClean="0">
                <a:latin typeface="Kruti Dev 050" pitchFamily="2" charset="0"/>
              </a:rPr>
              <a:t>Ukkf’kdjksM</a:t>
            </a:r>
            <a:r>
              <a:rPr lang="en-US" sz="2400" b="1" dirty="0" smtClean="0">
                <a:latin typeface="Kruti Dev 050" pitchFamily="2" charset="0"/>
              </a:rPr>
              <a:t>] </a:t>
            </a:r>
            <a:r>
              <a:rPr lang="en-US" sz="2400" b="1" dirty="0" err="1" smtClean="0">
                <a:latin typeface="Kruti Dev 050" pitchFamily="2" charset="0"/>
              </a:rPr>
              <a:t>miuxj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iks-LVs</a:t>
            </a:r>
            <a:r>
              <a:rPr lang="en-US" sz="2400" b="1" dirty="0" smtClean="0">
                <a:latin typeface="Kruti Dev 050" pitchFamily="2" charset="0"/>
              </a:rPr>
              <a:t>- </a:t>
            </a:r>
            <a:r>
              <a:rPr lang="en-US" sz="2400" b="1" dirty="0" err="1" smtClean="0">
                <a:latin typeface="Kruti Dev 050" pitchFamily="2" charset="0"/>
              </a:rPr>
              <a:t>gn~nhr</a:t>
            </a:r>
            <a:r>
              <a:rPr lang="en-US" sz="2400" b="1" dirty="0" smtClean="0">
                <a:latin typeface="Kruti Dev 050" pitchFamily="2" charset="0"/>
              </a:rPr>
              <a:t> %&amp; </a:t>
            </a:r>
            <a:endParaRPr lang="en-US" sz="2400" b="1" dirty="0" smtClean="0">
              <a:latin typeface="Kruti Dev 050" pitchFamily="2" charset="0"/>
            </a:endParaRPr>
          </a:p>
          <a:p>
            <a:pPr lvl="0" algn="just"/>
            <a:r>
              <a:rPr lang="en-US" sz="2400" dirty="0" smtClean="0">
                <a:latin typeface="Kruti Dev 050" pitchFamily="2" charset="0"/>
              </a:rPr>
              <a:t>	</a:t>
            </a:r>
            <a:r>
              <a:rPr lang="en-US" sz="2400" dirty="0" err="1" smtClean="0">
                <a:latin typeface="Kruti Dev 050" pitchFamily="2" charset="0"/>
              </a:rPr>
              <a:t>ukf’kdjksM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iks-LVs</a:t>
            </a:r>
            <a:r>
              <a:rPr lang="en-US" sz="2400" dirty="0" smtClean="0">
                <a:latin typeface="Kruti Dev 050" pitchFamily="2" charset="0"/>
              </a:rPr>
              <a:t>- </a:t>
            </a:r>
            <a:r>
              <a:rPr lang="en-US" sz="2400" dirty="0" err="1" smtClean="0">
                <a:latin typeface="Kruti Dev 050" pitchFamily="2" charset="0"/>
              </a:rPr>
              <a:t>gn~nhrhy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x.ks’k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foltZu</a:t>
            </a:r>
            <a:r>
              <a:rPr lang="en-US" sz="2400" dirty="0" smtClean="0">
                <a:latin typeface="Kruti Dev 050" pitchFamily="2" charset="0"/>
              </a:rPr>
              <a:t> fejo.kqd </a:t>
            </a:r>
            <a:r>
              <a:rPr lang="en-US" sz="2400" dirty="0" err="1" smtClean="0">
                <a:latin typeface="Kruti Dev 050" pitchFamily="2" charset="0"/>
              </a:rPr>
              <a:t>gh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fcVdks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pkSd</a:t>
            </a:r>
            <a:r>
              <a:rPr lang="en-US" sz="2400" dirty="0" smtClean="0">
                <a:latin typeface="Kruti Dev 050" pitchFamily="2" charset="0"/>
              </a:rPr>
              <a:t> ;</a:t>
            </a:r>
            <a:r>
              <a:rPr lang="en-US" sz="2400" dirty="0" err="1" smtClean="0">
                <a:latin typeface="Kruti Dev 050" pitchFamily="2" charset="0"/>
              </a:rPr>
              <a:t>sFkwu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lq</a:t>
            </a:r>
            <a:r>
              <a:rPr lang="en-US" sz="2400" dirty="0" smtClean="0">
                <a:latin typeface="Kruti Dev 050" pitchFamily="2" charset="0"/>
              </a:rPr>
              <a:t>: </a:t>
            </a:r>
            <a:r>
              <a:rPr lang="en-US" sz="2400" dirty="0" err="1" smtClean="0">
                <a:latin typeface="Kruti Dev 050" pitchFamily="2" charset="0"/>
              </a:rPr>
              <a:t>gksr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vlwu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rh</a:t>
            </a:r>
            <a:r>
              <a:rPr lang="en-US" sz="2400" dirty="0" smtClean="0">
                <a:latin typeface="Kruti Dev 050" pitchFamily="2" charset="0"/>
              </a:rPr>
              <a:t> N=</a:t>
            </a:r>
            <a:r>
              <a:rPr lang="en-US" sz="2400" dirty="0" err="1" smtClean="0">
                <a:latin typeface="Kruti Dev 050" pitchFamily="2" charset="0"/>
              </a:rPr>
              <a:t>irh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f’kokth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egkjkt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iqrGk</a:t>
            </a:r>
            <a:r>
              <a:rPr lang="en-US" sz="2400" dirty="0" smtClean="0">
                <a:latin typeface="Kruti Dev 050" pitchFamily="2" charset="0"/>
              </a:rPr>
              <a:t>&amp; </a:t>
            </a:r>
            <a:r>
              <a:rPr lang="en-US" sz="2400" dirty="0" err="1" smtClean="0">
                <a:latin typeface="Kruti Dev 050" pitchFamily="2" charset="0"/>
              </a:rPr>
              <a:t>nsoh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pkSd</a:t>
            </a:r>
            <a:r>
              <a:rPr lang="en-US" sz="2400" dirty="0" smtClean="0">
                <a:latin typeface="Kruti Dev 050" pitchFamily="2" charset="0"/>
              </a:rPr>
              <a:t>&amp; </a:t>
            </a:r>
            <a:r>
              <a:rPr lang="en-US" sz="2400" dirty="0" err="1" smtClean="0">
                <a:latin typeface="Kruti Dev 050" pitchFamily="2" charset="0"/>
              </a:rPr>
              <a:t>ukf’kdjksM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jsYosLVs’ku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pkSd</a:t>
            </a:r>
            <a:r>
              <a:rPr lang="en-US" sz="2400" dirty="0" smtClean="0">
                <a:latin typeface="Kruti Dev 050" pitchFamily="2" charset="0"/>
              </a:rPr>
              <a:t>&amp; </a:t>
            </a:r>
            <a:r>
              <a:rPr lang="en-US" sz="2400" dirty="0" err="1" smtClean="0">
                <a:latin typeface="Kruti Dev 050" pitchFamily="2" charset="0"/>
              </a:rPr>
              <a:t>lRdkj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ikWbaV</a:t>
            </a:r>
            <a:r>
              <a:rPr lang="en-US" sz="2400" dirty="0" smtClean="0">
                <a:latin typeface="Kruti Dev 050" pitchFamily="2" charset="0"/>
              </a:rPr>
              <a:t>&amp; </a:t>
            </a:r>
            <a:r>
              <a:rPr lang="en-US" sz="2400" b="1" dirty="0" smtClean="0">
                <a:latin typeface="Kruti Dev 050" pitchFamily="2" charset="0"/>
              </a:rPr>
              <a:t>¼miuxj gn~n½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Jhjke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eafnj</a:t>
            </a:r>
            <a:r>
              <a:rPr lang="en-US" sz="2400" dirty="0" smtClean="0">
                <a:latin typeface="Kruti Dev 050" pitchFamily="2" charset="0"/>
              </a:rPr>
              <a:t>&amp; </a:t>
            </a:r>
            <a:r>
              <a:rPr lang="en-US" sz="2400" dirty="0" err="1" smtClean="0">
                <a:latin typeface="Kruti Dev 050" pitchFamily="2" charset="0"/>
              </a:rPr>
              <a:t>nsoGkyh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xko</a:t>
            </a:r>
            <a:r>
              <a:rPr lang="en-US" sz="2400" dirty="0" smtClean="0">
                <a:latin typeface="Kruti Dev 050" pitchFamily="2" charset="0"/>
              </a:rPr>
              <a:t>  &amp;</a:t>
            </a:r>
            <a:r>
              <a:rPr lang="en-US" sz="2400" dirty="0" err="1" smtClean="0">
                <a:latin typeface="Kruti Dev 050" pitchFamily="2" charset="0"/>
              </a:rPr>
              <a:t>okynsoh</a:t>
            </a:r>
            <a:r>
              <a:rPr lang="en-US" sz="2400" dirty="0" smtClean="0">
                <a:latin typeface="Kruti Dev 050" pitchFamily="2" charset="0"/>
              </a:rPr>
              <a:t> unh ;</a:t>
            </a:r>
            <a:r>
              <a:rPr lang="en-US" sz="2400" dirty="0" err="1" smtClean="0">
                <a:latin typeface="Kruti Dev 050" pitchFamily="2" charset="0"/>
              </a:rPr>
              <a:t>sFkhy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foltZu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LFkGkoj</a:t>
            </a:r>
            <a:r>
              <a:rPr lang="en-US" sz="2400" dirty="0" smtClean="0">
                <a:latin typeface="Kruti Dev 050" pitchFamily="2" charset="0"/>
              </a:rPr>
              <a:t> lairs-  </a:t>
            </a:r>
            <a:r>
              <a:rPr lang="en-US" sz="2400" dirty="0" smtClean="0">
                <a:latin typeface="Kruti Dev 050" pitchFamily="2" charset="0"/>
              </a:rPr>
              <a:t> </a:t>
            </a:r>
          </a:p>
          <a:p>
            <a:pPr lvl="0" algn="just"/>
            <a:r>
              <a:rPr lang="en-US" sz="2400" dirty="0" smtClean="0">
                <a:latin typeface="Kruti Dev 050" pitchFamily="2" charset="0"/>
              </a:rPr>
              <a:t>	</a:t>
            </a:r>
            <a:r>
              <a:rPr lang="en-US" sz="2400" dirty="0" err="1" smtClean="0">
                <a:latin typeface="Kruti Dev 050" pitchFamily="2" charset="0"/>
              </a:rPr>
              <a:t>lnj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ekxkZiklwu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tkek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eLthn</a:t>
            </a:r>
            <a:r>
              <a:rPr lang="en-US" sz="2400" dirty="0" smtClean="0">
                <a:latin typeface="Kruti Dev 050" pitchFamily="2" charset="0"/>
              </a:rPr>
              <a:t> 50 </a:t>
            </a:r>
            <a:r>
              <a:rPr lang="en-US" sz="2400" dirty="0" err="1" smtClean="0">
                <a:latin typeface="Kruti Dev 050" pitchFamily="2" charset="0"/>
              </a:rPr>
              <a:t>QqV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varjkoj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vkgs</a:t>
            </a:r>
            <a:r>
              <a:rPr lang="en-US" sz="2400" dirty="0" smtClean="0">
                <a:latin typeface="Kruti Dev 050" pitchFamily="2" charset="0"/>
              </a:rPr>
              <a:t>- </a:t>
            </a:r>
            <a:r>
              <a:rPr lang="en-US" sz="2400" dirty="0" err="1" smtClean="0">
                <a:latin typeface="Kruti Dev 050" pitchFamily="2" charset="0"/>
              </a:rPr>
              <a:t>lnj</a:t>
            </a:r>
            <a:r>
              <a:rPr lang="en-US" sz="2400" dirty="0" smtClean="0">
                <a:latin typeface="Kruti Dev 050" pitchFamily="2" charset="0"/>
              </a:rPr>
              <a:t> fBdk.kh </a:t>
            </a:r>
            <a:r>
              <a:rPr lang="en-US" sz="2400" dirty="0" err="1" smtClean="0">
                <a:latin typeface="Kruti Dev 050" pitchFamily="2" charset="0"/>
              </a:rPr>
              <a:t>feJ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oLrh</a:t>
            </a:r>
            <a:r>
              <a:rPr lang="en-US" sz="2400" dirty="0" smtClean="0">
                <a:latin typeface="Kruti Dev 050" pitchFamily="2" charset="0"/>
              </a:rPr>
              <a:t> </a:t>
            </a:r>
            <a:r>
              <a:rPr lang="en-US" sz="2400" dirty="0" err="1" smtClean="0">
                <a:latin typeface="Kruti Dev 050" pitchFamily="2" charset="0"/>
              </a:rPr>
              <a:t>vkgs</a:t>
            </a:r>
            <a:r>
              <a:rPr lang="en-US" sz="2400" dirty="0" smtClean="0">
                <a:latin typeface="Kruti Dev 050" pitchFamily="2" charset="0"/>
              </a:rPr>
              <a:t>-</a:t>
            </a:r>
          </a:p>
          <a:p>
            <a:pPr algn="ctr">
              <a:spcBef>
                <a:spcPts val="0"/>
              </a:spcBef>
              <a:buNone/>
            </a:pPr>
            <a:endParaRPr lang="en-US" sz="54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Kruti Dev 710" pitchFamily="2" charset="0"/>
            </a:endParaRPr>
          </a:p>
          <a:p>
            <a:pPr algn="ctr">
              <a:spcBef>
                <a:spcPts val="0"/>
              </a:spcBef>
              <a:buNone/>
            </a:pPr>
            <a:endParaRPr lang="en-US" sz="54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Kruti Dev 71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000" dirty="0" smtClean="0">
                <a:latin typeface="Kruti Dev 710" pitchFamily="2" charset="0"/>
              </a:rPr>
              <a:t>2½   </a:t>
            </a:r>
            <a:r>
              <a:rPr lang="en-US" sz="4000" dirty="0" err="1" smtClean="0">
                <a:latin typeface="Kruti Dev 710" pitchFamily="2" charset="0"/>
              </a:rPr>
              <a:t>ukf’kdjksM</a:t>
            </a:r>
            <a:r>
              <a:rPr lang="en-US" sz="4000" dirty="0" smtClean="0">
                <a:latin typeface="Kruti Dev 710" pitchFamily="2" charset="0"/>
              </a:rPr>
              <a:t> </a:t>
            </a:r>
            <a:r>
              <a:rPr lang="en-US" sz="4000" dirty="0" err="1" smtClean="0">
                <a:latin typeface="Kruti Dev 710" pitchFamily="2" charset="0"/>
              </a:rPr>
              <a:t>foltZu</a:t>
            </a:r>
            <a:r>
              <a:rPr lang="en-US" sz="4000" dirty="0" smtClean="0">
                <a:latin typeface="Kruti Dev 710" pitchFamily="2" charset="0"/>
              </a:rPr>
              <a:t> </a:t>
            </a:r>
            <a:r>
              <a:rPr lang="en-US" sz="4000" dirty="0" err="1" smtClean="0">
                <a:latin typeface="Kruti Dev 710" pitchFamily="2" charset="0"/>
              </a:rPr>
              <a:t>fejo.kqdhpk</a:t>
            </a:r>
            <a:r>
              <a:rPr lang="en-US" sz="4000" dirty="0" smtClean="0">
                <a:latin typeface="Kruti Dev 710" pitchFamily="2" charset="0"/>
              </a:rPr>
              <a:t> </a:t>
            </a:r>
            <a:r>
              <a:rPr lang="en-US" sz="4000" dirty="0" err="1" smtClean="0">
                <a:latin typeface="Kruti Dev 710" pitchFamily="2" charset="0"/>
              </a:rPr>
              <a:t>ekxZ</a:t>
            </a:r>
            <a:r>
              <a:rPr lang="en-US" sz="4000" dirty="0" smtClean="0">
                <a:latin typeface="Kruti Dev 710" pitchFamily="2" charset="0"/>
              </a:rPr>
              <a:t>%&amp; </a:t>
            </a:r>
            <a:r>
              <a:rPr lang="en-US" sz="4000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fcVdks</a:t>
            </a:r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</a:t>
            </a:r>
            <a:r>
              <a:rPr lang="en-US" sz="4000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pkSd</a:t>
            </a:r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</a:t>
            </a:r>
            <a:r>
              <a:rPr lang="en-US" sz="4000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rs</a:t>
            </a:r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</a:t>
            </a:r>
            <a:r>
              <a:rPr lang="en-US" sz="4000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okynsoh</a:t>
            </a:r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unh</a:t>
            </a:r>
          </a:p>
        </p:txBody>
      </p:sp>
      <p:pic>
        <p:nvPicPr>
          <p:cNvPr id="6147" name="Picture 3" descr="C:\Users\Admin\Desktop\Final\For PPT\Nashik Road Final Map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3000"/>
            <a:ext cx="9144000" cy="5715000"/>
          </a:xfrm>
          <a:prstGeom prst="rect">
            <a:avLst/>
          </a:prstGeom>
          <a:noFill/>
        </p:spPr>
      </p:pic>
      <p:sp>
        <p:nvSpPr>
          <p:cNvPr id="7" name="Freeform 6"/>
          <p:cNvSpPr/>
          <p:nvPr/>
        </p:nvSpPr>
        <p:spPr>
          <a:xfrm>
            <a:off x="4797824" y="1589649"/>
            <a:ext cx="674508" cy="4839286"/>
          </a:xfrm>
          <a:custGeom>
            <a:avLst/>
            <a:gdLst>
              <a:gd name="connsiteX0" fmla="*/ 674508 w 674508"/>
              <a:gd name="connsiteY0" fmla="*/ 0 h 4839286"/>
              <a:gd name="connsiteX1" fmla="*/ 660441 w 674508"/>
              <a:gd name="connsiteY1" fmla="*/ 126609 h 4839286"/>
              <a:gd name="connsiteX2" fmla="*/ 646373 w 674508"/>
              <a:gd name="connsiteY2" fmla="*/ 576776 h 4839286"/>
              <a:gd name="connsiteX3" fmla="*/ 632305 w 674508"/>
              <a:gd name="connsiteY3" fmla="*/ 618979 h 4839286"/>
              <a:gd name="connsiteX4" fmla="*/ 604170 w 674508"/>
              <a:gd name="connsiteY4" fmla="*/ 661182 h 4839286"/>
              <a:gd name="connsiteX5" fmla="*/ 590102 w 674508"/>
              <a:gd name="connsiteY5" fmla="*/ 717453 h 4839286"/>
              <a:gd name="connsiteX6" fmla="*/ 576034 w 674508"/>
              <a:gd name="connsiteY6" fmla="*/ 759656 h 4839286"/>
              <a:gd name="connsiteX7" fmla="*/ 561967 w 674508"/>
              <a:gd name="connsiteY7" fmla="*/ 1055077 h 4839286"/>
              <a:gd name="connsiteX8" fmla="*/ 519764 w 674508"/>
              <a:gd name="connsiteY8" fmla="*/ 1209822 h 4839286"/>
              <a:gd name="connsiteX9" fmla="*/ 505696 w 674508"/>
              <a:gd name="connsiteY9" fmla="*/ 1322363 h 4839286"/>
              <a:gd name="connsiteX10" fmla="*/ 477561 w 674508"/>
              <a:gd name="connsiteY10" fmla="*/ 1927274 h 4839286"/>
              <a:gd name="connsiteX11" fmla="*/ 449425 w 674508"/>
              <a:gd name="connsiteY11" fmla="*/ 2377440 h 4839286"/>
              <a:gd name="connsiteX12" fmla="*/ 393154 w 674508"/>
              <a:gd name="connsiteY12" fmla="*/ 2391508 h 4839286"/>
              <a:gd name="connsiteX13" fmla="*/ 379087 w 674508"/>
              <a:gd name="connsiteY13" fmla="*/ 2433711 h 4839286"/>
              <a:gd name="connsiteX14" fmla="*/ 365019 w 674508"/>
              <a:gd name="connsiteY14" fmla="*/ 2489982 h 4839286"/>
              <a:gd name="connsiteX15" fmla="*/ 308748 w 674508"/>
              <a:gd name="connsiteY15" fmla="*/ 2588456 h 4839286"/>
              <a:gd name="connsiteX16" fmla="*/ 266545 w 674508"/>
              <a:gd name="connsiteY16" fmla="*/ 2771336 h 4839286"/>
              <a:gd name="connsiteX17" fmla="*/ 210274 w 674508"/>
              <a:gd name="connsiteY17" fmla="*/ 2841674 h 4839286"/>
              <a:gd name="connsiteX18" fmla="*/ 182139 w 674508"/>
              <a:gd name="connsiteY18" fmla="*/ 2883877 h 4839286"/>
              <a:gd name="connsiteX19" fmla="*/ 154004 w 674508"/>
              <a:gd name="connsiteY19" fmla="*/ 3052689 h 4839286"/>
              <a:gd name="connsiteX20" fmla="*/ 125868 w 674508"/>
              <a:gd name="connsiteY20" fmla="*/ 3080825 h 4839286"/>
              <a:gd name="connsiteX21" fmla="*/ 111801 w 674508"/>
              <a:gd name="connsiteY21" fmla="*/ 3123028 h 4839286"/>
              <a:gd name="connsiteX22" fmla="*/ 55530 w 674508"/>
              <a:gd name="connsiteY22" fmla="*/ 3179299 h 4839286"/>
              <a:gd name="connsiteX23" fmla="*/ 83665 w 674508"/>
              <a:gd name="connsiteY23" fmla="*/ 3390314 h 4839286"/>
              <a:gd name="connsiteX24" fmla="*/ 111801 w 674508"/>
              <a:gd name="connsiteY24" fmla="*/ 3432517 h 4839286"/>
              <a:gd name="connsiteX25" fmla="*/ 97733 w 674508"/>
              <a:gd name="connsiteY25" fmla="*/ 4051496 h 4839286"/>
              <a:gd name="connsiteX26" fmla="*/ 69598 w 674508"/>
              <a:gd name="connsiteY26" fmla="*/ 4093699 h 4839286"/>
              <a:gd name="connsiteX27" fmla="*/ 125868 w 674508"/>
              <a:gd name="connsiteY27" fmla="*/ 4192173 h 4839286"/>
              <a:gd name="connsiteX28" fmla="*/ 111801 w 674508"/>
              <a:gd name="connsiteY28" fmla="*/ 4501662 h 4839286"/>
              <a:gd name="connsiteX29" fmla="*/ 69598 w 674508"/>
              <a:gd name="connsiteY29" fmla="*/ 4515729 h 4839286"/>
              <a:gd name="connsiteX30" fmla="*/ 69598 w 674508"/>
              <a:gd name="connsiteY30" fmla="*/ 4740813 h 4839286"/>
              <a:gd name="connsiteX31" fmla="*/ 111801 w 674508"/>
              <a:gd name="connsiteY31" fmla="*/ 4768948 h 4839286"/>
              <a:gd name="connsiteX32" fmla="*/ 97733 w 674508"/>
              <a:gd name="connsiteY32" fmla="*/ 4839286 h 4839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4508" h="4839286">
                <a:moveTo>
                  <a:pt x="674508" y="0"/>
                </a:moveTo>
                <a:cubicBezTo>
                  <a:pt x="669819" y="42203"/>
                  <a:pt x="662510" y="84197"/>
                  <a:pt x="660441" y="126609"/>
                </a:cubicBezTo>
                <a:cubicBezTo>
                  <a:pt x="653126" y="276560"/>
                  <a:pt x="654938" y="426892"/>
                  <a:pt x="646373" y="576776"/>
                </a:cubicBezTo>
                <a:cubicBezTo>
                  <a:pt x="645527" y="591581"/>
                  <a:pt x="638937" y="605716"/>
                  <a:pt x="632305" y="618979"/>
                </a:cubicBezTo>
                <a:cubicBezTo>
                  <a:pt x="624744" y="634101"/>
                  <a:pt x="613548" y="647114"/>
                  <a:pt x="604170" y="661182"/>
                </a:cubicBezTo>
                <a:cubicBezTo>
                  <a:pt x="599481" y="679939"/>
                  <a:pt x="595414" y="698863"/>
                  <a:pt x="590102" y="717453"/>
                </a:cubicBezTo>
                <a:cubicBezTo>
                  <a:pt x="586028" y="731711"/>
                  <a:pt x="577265" y="744879"/>
                  <a:pt x="576034" y="759656"/>
                </a:cubicBezTo>
                <a:cubicBezTo>
                  <a:pt x="567847" y="857901"/>
                  <a:pt x="572111" y="957015"/>
                  <a:pt x="561967" y="1055077"/>
                </a:cubicBezTo>
                <a:cubicBezTo>
                  <a:pt x="557208" y="1101080"/>
                  <a:pt x="535715" y="1161967"/>
                  <a:pt x="519764" y="1209822"/>
                </a:cubicBezTo>
                <a:cubicBezTo>
                  <a:pt x="515075" y="1247336"/>
                  <a:pt x="507270" y="1284590"/>
                  <a:pt x="505696" y="1322363"/>
                </a:cubicBezTo>
                <a:cubicBezTo>
                  <a:pt x="480256" y="1932899"/>
                  <a:pt x="551828" y="1704462"/>
                  <a:pt x="477561" y="1927274"/>
                </a:cubicBezTo>
                <a:cubicBezTo>
                  <a:pt x="468182" y="2077329"/>
                  <a:pt x="476320" y="2229517"/>
                  <a:pt x="449425" y="2377440"/>
                </a:cubicBezTo>
                <a:cubicBezTo>
                  <a:pt x="445966" y="2396462"/>
                  <a:pt x="408251" y="2379430"/>
                  <a:pt x="393154" y="2391508"/>
                </a:cubicBezTo>
                <a:cubicBezTo>
                  <a:pt x="381575" y="2400771"/>
                  <a:pt x="383161" y="2419453"/>
                  <a:pt x="379087" y="2433711"/>
                </a:cubicBezTo>
                <a:cubicBezTo>
                  <a:pt x="373776" y="2452301"/>
                  <a:pt x="371133" y="2471640"/>
                  <a:pt x="365019" y="2489982"/>
                </a:cubicBezTo>
                <a:cubicBezTo>
                  <a:pt x="340223" y="2564370"/>
                  <a:pt x="350399" y="2546805"/>
                  <a:pt x="308748" y="2588456"/>
                </a:cubicBezTo>
                <a:cubicBezTo>
                  <a:pt x="298753" y="2638431"/>
                  <a:pt x="281630" y="2729852"/>
                  <a:pt x="266545" y="2771336"/>
                </a:cubicBezTo>
                <a:cubicBezTo>
                  <a:pt x="252111" y="2811031"/>
                  <a:pt x="233846" y="2812209"/>
                  <a:pt x="210274" y="2841674"/>
                </a:cubicBezTo>
                <a:cubicBezTo>
                  <a:pt x="199712" y="2854876"/>
                  <a:pt x="191517" y="2869809"/>
                  <a:pt x="182139" y="2883877"/>
                </a:cubicBezTo>
                <a:cubicBezTo>
                  <a:pt x="172761" y="2940148"/>
                  <a:pt x="169676" y="2997837"/>
                  <a:pt x="154004" y="3052689"/>
                </a:cubicBezTo>
                <a:cubicBezTo>
                  <a:pt x="150360" y="3065442"/>
                  <a:pt x="132692" y="3069452"/>
                  <a:pt x="125868" y="3080825"/>
                </a:cubicBezTo>
                <a:cubicBezTo>
                  <a:pt x="118239" y="3093540"/>
                  <a:pt x="120420" y="3110961"/>
                  <a:pt x="111801" y="3123028"/>
                </a:cubicBezTo>
                <a:cubicBezTo>
                  <a:pt x="96383" y="3144613"/>
                  <a:pt x="55530" y="3179299"/>
                  <a:pt x="55530" y="3179299"/>
                </a:cubicBezTo>
                <a:cubicBezTo>
                  <a:pt x="57358" y="3197578"/>
                  <a:pt x="67774" y="3347937"/>
                  <a:pt x="83665" y="3390314"/>
                </a:cubicBezTo>
                <a:cubicBezTo>
                  <a:pt x="89602" y="3406145"/>
                  <a:pt x="102422" y="3418449"/>
                  <a:pt x="111801" y="3432517"/>
                </a:cubicBezTo>
                <a:cubicBezTo>
                  <a:pt x="107112" y="3638843"/>
                  <a:pt x="110879" y="3845536"/>
                  <a:pt x="97733" y="4051496"/>
                </a:cubicBezTo>
                <a:cubicBezTo>
                  <a:pt x="96656" y="4068369"/>
                  <a:pt x="72378" y="4077022"/>
                  <a:pt x="69598" y="4093699"/>
                </a:cubicBezTo>
                <a:cubicBezTo>
                  <a:pt x="64715" y="4122994"/>
                  <a:pt x="116453" y="4179619"/>
                  <a:pt x="125868" y="4192173"/>
                </a:cubicBezTo>
                <a:cubicBezTo>
                  <a:pt x="164406" y="4307783"/>
                  <a:pt x="164815" y="4289606"/>
                  <a:pt x="111801" y="4501662"/>
                </a:cubicBezTo>
                <a:cubicBezTo>
                  <a:pt x="108205" y="4516048"/>
                  <a:pt x="83666" y="4511040"/>
                  <a:pt x="69598" y="4515729"/>
                </a:cubicBezTo>
                <a:cubicBezTo>
                  <a:pt x="0" y="4585327"/>
                  <a:pt x="12433" y="4557888"/>
                  <a:pt x="69598" y="4740813"/>
                </a:cubicBezTo>
                <a:cubicBezTo>
                  <a:pt x="74641" y="4756951"/>
                  <a:pt x="97733" y="4759570"/>
                  <a:pt x="111801" y="4768948"/>
                </a:cubicBezTo>
                <a:cubicBezTo>
                  <a:pt x="128411" y="4835391"/>
                  <a:pt x="143161" y="4816573"/>
                  <a:pt x="97733" y="4839286"/>
                </a:cubicBezTo>
              </a:path>
            </a:pathLst>
          </a:cu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C:\Users\Admin\Desktop\Magar Saheb Final Work\photos-2014-9-12-7-10-26.jpg"/>
          <p:cNvPicPr>
            <a:picLocks noChangeAspect="1" noChangeArrowheads="1"/>
          </p:cNvPicPr>
          <p:nvPr/>
        </p:nvPicPr>
        <p:blipFill>
          <a:blip r:embed="rId3"/>
          <a:srcRect l="25385" r="13077" b="17229"/>
          <a:stretch>
            <a:fillRect/>
          </a:stretch>
        </p:blipFill>
        <p:spPr bwMode="auto">
          <a:xfrm>
            <a:off x="5029200" y="5867400"/>
            <a:ext cx="1153537" cy="990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32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32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135 0.00926 C -0.07812 -0.00185 -0.08472 -0.01273 -0.08524 -0.02222 C -0.08576 -0.03172 -0.07569 -0.03912 -0.07413 -0.04815 C -0.07257 -0.05718 -0.0743 -0.06736 -0.07552 -0.07593 C -0.07674 -0.08449 -0.0816 -0.08634 -0.08108 -0.1 C -0.08055 -0.11366 -0.07292 -0.13982 -0.07274 -0.15741 C -0.07257 -0.175 -0.0783 -0.19352 -0.07969 -0.20556 C -0.08108 -0.21759 -0.08299 -0.21968 -0.08108 -0.22963 C -0.07917 -0.23959 -0.07326 -0.25093 -0.06858 -0.26482 C -0.06389 -0.27871 -0.05729 -0.29977 -0.0533 -0.31297 C -0.0493 -0.32616 -0.04757 -0.33773 -0.04496 -0.34445 C -0.04236 -0.35116 -0.03924 -0.34352 -0.03802 -0.35371 C -0.0368 -0.36389 -0.03889 -0.39236 -0.03802 -0.40556 C -0.03715 -0.41875 -0.03333 -0.41459 -0.03246 -0.43334 C -0.0316 -0.45209 -0.03385 -0.49931 -0.03246 -0.51852 C -0.03108 -0.53773 -0.02535 -0.53542 -0.02413 -0.54815 C -0.02292 -0.56088 -0.02674 -0.5831 -0.02552 -0.59445 C -0.0243 -0.60579 -0.0191 -0.59977 -0.01719 -0.61667 C -0.01528 -0.63357 -0.01493 -0.66505 -0.01441 -0.6963 " pathEditMode="relative" ptsTypes="aaaaaaaaaaaaaaaaaaA">
                                      <p:cBhvr>
                                        <p:cTn id="2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5800" y="762000"/>
            <a:ext cx="80772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Font typeface="Wingdings" pitchFamily="2" charset="2"/>
              <a:buChar char="v"/>
            </a:pPr>
            <a:r>
              <a:rPr lang="en-US" sz="22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foltZukP;k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eq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[;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fejo.kqdh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%&amp;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lu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2020 e/;s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dksfoM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19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P;k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vuq”kaxkus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x.kirh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foltZu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fejo.kqdk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&lt;.;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kr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vkY;k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ukghr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</a:t>
            </a:r>
            <a:endParaRPr lang="en-US" sz="22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lvl="0" algn="just">
              <a:buFont typeface="Wingdings" pitchFamily="2" charset="2"/>
              <a:buChar char="v"/>
            </a:pPr>
            <a:endParaRPr lang="en-US" sz="22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ctr"/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ukf’kd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‘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kgj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iksyhl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vk;qDrky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;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dk;Z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{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ks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=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krhy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eq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[;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ikjaikfjd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fejo.kqd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ekxZ</a:t>
            </a:r>
            <a:r>
              <a:rPr lang="en-US" sz="2800" b="1" dirty="0" smtClean="0">
                <a:solidFill>
                  <a:srgbClr val="00206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8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 </a:t>
            </a:r>
          </a:p>
          <a:p>
            <a:pPr algn="just"/>
            <a:endParaRPr lang="en-US" sz="22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algn="just"/>
            <a:r>
              <a:rPr lang="en-US" sz="2000" b="1" dirty="0" smtClean="0">
                <a:latin typeface="Kruti Dev 050" pitchFamily="2" charset="0"/>
              </a:rPr>
              <a:t>3½ </a:t>
            </a:r>
            <a:r>
              <a:rPr lang="en-US" sz="2000" b="1" dirty="0" err="1" smtClean="0">
                <a:latin typeface="Kruti Dev 050" pitchFamily="2" charset="0"/>
              </a:rPr>
              <a:t>nsoGkyh</a:t>
            </a:r>
            <a:r>
              <a:rPr lang="en-US" sz="2000" b="1" dirty="0" smtClean="0">
                <a:latin typeface="Kruti Dev 050" pitchFamily="2" charset="0"/>
              </a:rPr>
              <a:t> </a:t>
            </a:r>
            <a:r>
              <a:rPr lang="en-US" sz="2000" b="1" dirty="0" err="1" smtClean="0">
                <a:latin typeface="Kruti Dev 050" pitchFamily="2" charset="0"/>
              </a:rPr>
              <a:t>dWEi</a:t>
            </a:r>
            <a:r>
              <a:rPr lang="en-US" sz="2000" b="1" dirty="0" smtClean="0">
                <a:latin typeface="Kruti Dev 050" pitchFamily="2" charset="0"/>
              </a:rPr>
              <a:t> </a:t>
            </a:r>
            <a:r>
              <a:rPr lang="en-US" sz="2000" b="1" dirty="0" err="1" smtClean="0">
                <a:latin typeface="Kruti Dev 050" pitchFamily="2" charset="0"/>
              </a:rPr>
              <a:t>iks-LVs</a:t>
            </a:r>
            <a:r>
              <a:rPr lang="en-US" sz="2000" b="1" dirty="0" smtClean="0">
                <a:latin typeface="Kruti Dev 050" pitchFamily="2" charset="0"/>
              </a:rPr>
              <a:t>- </a:t>
            </a:r>
            <a:r>
              <a:rPr lang="en-US" sz="2000" b="1" dirty="0" err="1" smtClean="0">
                <a:latin typeface="Kruti Dev 050" pitchFamily="2" charset="0"/>
              </a:rPr>
              <a:t>gn~nhr</a:t>
            </a:r>
            <a:r>
              <a:rPr lang="en-US" sz="2000" b="1" dirty="0" smtClean="0">
                <a:latin typeface="Kruti Dev 050" pitchFamily="2" charset="0"/>
              </a:rPr>
              <a:t> %&amp; </a:t>
            </a:r>
            <a:endParaRPr lang="en-US" sz="2000" dirty="0" smtClean="0">
              <a:latin typeface="Kruti Dev 050" pitchFamily="2" charset="0"/>
            </a:endParaRPr>
          </a:p>
          <a:p>
            <a:pPr lvl="0" algn="just"/>
            <a:r>
              <a:rPr lang="en-US" sz="2000" dirty="0" err="1" smtClean="0">
                <a:latin typeface="Kruti Dev 050" pitchFamily="2" charset="0"/>
              </a:rPr>
              <a:t>nsoGkyh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dWEi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iks-LVs</a:t>
            </a:r>
            <a:r>
              <a:rPr lang="en-US" sz="2000" dirty="0" smtClean="0">
                <a:latin typeface="Kruti Dev 050" pitchFamily="2" charset="0"/>
              </a:rPr>
              <a:t>- </a:t>
            </a:r>
            <a:r>
              <a:rPr lang="en-US" sz="2000" dirty="0" err="1" smtClean="0">
                <a:latin typeface="Kruti Dev 050" pitchFamily="2" charset="0"/>
              </a:rPr>
              <a:t>g|hrhy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x.ks’k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foltZu</a:t>
            </a:r>
            <a:r>
              <a:rPr lang="en-US" sz="2000" dirty="0" smtClean="0">
                <a:latin typeface="Kruti Dev 050" pitchFamily="2" charset="0"/>
              </a:rPr>
              <a:t> fejo.kqd </a:t>
            </a:r>
            <a:r>
              <a:rPr lang="en-US" sz="2000" dirty="0" err="1" smtClean="0">
                <a:latin typeface="Kruti Dev 050" pitchFamily="2" charset="0"/>
              </a:rPr>
              <a:t>gh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laljh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ukdk</a:t>
            </a:r>
            <a:r>
              <a:rPr lang="en-US" sz="2000" dirty="0" smtClean="0">
                <a:latin typeface="Kruti Dev 050" pitchFamily="2" charset="0"/>
              </a:rPr>
              <a:t> ;</a:t>
            </a:r>
            <a:r>
              <a:rPr lang="en-US" sz="2000" dirty="0" err="1" smtClean="0">
                <a:latin typeface="Kruti Dev 050" pitchFamily="2" charset="0"/>
              </a:rPr>
              <a:t>sFkwu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lq</a:t>
            </a:r>
            <a:r>
              <a:rPr lang="en-US" sz="2000" dirty="0" smtClean="0">
                <a:latin typeface="Kruti Dev 050" pitchFamily="2" charset="0"/>
              </a:rPr>
              <a:t>: </a:t>
            </a:r>
            <a:r>
              <a:rPr lang="en-US" sz="2000" dirty="0" err="1" smtClean="0">
                <a:latin typeface="Kruti Dev 050" pitchFamily="2" charset="0"/>
              </a:rPr>
              <a:t>gksr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vlwu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gh</a:t>
            </a:r>
            <a:r>
              <a:rPr lang="en-US" sz="2000" dirty="0" smtClean="0">
                <a:latin typeface="Kruti Dev 050" pitchFamily="2" charset="0"/>
              </a:rPr>
              <a:t>  </a:t>
            </a:r>
            <a:r>
              <a:rPr lang="en-US" sz="2000" dirty="0" err="1" smtClean="0">
                <a:latin typeface="Kruti Dev 050" pitchFamily="2" charset="0"/>
              </a:rPr>
              <a:t>flysD’ku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dkuZj</a:t>
            </a:r>
            <a:r>
              <a:rPr lang="en-US" sz="2000" dirty="0" smtClean="0">
                <a:latin typeface="Kruti Dev 050" pitchFamily="2" charset="0"/>
              </a:rPr>
              <a:t> &amp; </a:t>
            </a:r>
            <a:r>
              <a:rPr lang="en-US" sz="2000" dirty="0" err="1" smtClean="0">
                <a:latin typeface="Kruti Dev 050" pitchFamily="2" charset="0"/>
              </a:rPr>
              <a:t>tqus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clLVkWi</a:t>
            </a:r>
            <a:r>
              <a:rPr lang="en-US" sz="2000" dirty="0" smtClean="0">
                <a:latin typeface="Kruti Dev 050" pitchFamily="2" charset="0"/>
              </a:rPr>
              <a:t>&amp; &gt;</a:t>
            </a:r>
            <a:r>
              <a:rPr lang="en-US" sz="2000" dirty="0" err="1" smtClean="0">
                <a:latin typeface="Kruti Dev 050" pitchFamily="2" charset="0"/>
              </a:rPr>
              <a:t>saMk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pkSd</a:t>
            </a:r>
            <a:r>
              <a:rPr lang="en-US" sz="2000" dirty="0" smtClean="0">
                <a:latin typeface="Kruti Dev 050" pitchFamily="2" charset="0"/>
              </a:rPr>
              <a:t>&amp; </a:t>
            </a:r>
            <a:r>
              <a:rPr lang="en-US" sz="2000" dirty="0" err="1" smtClean="0">
                <a:latin typeface="Kruti Dev 050" pitchFamily="2" charset="0"/>
              </a:rPr>
              <a:t>gkWVsy</a:t>
            </a:r>
            <a:r>
              <a:rPr lang="en-US" sz="2000" dirty="0" smtClean="0">
                <a:latin typeface="Kruti Dev 050" pitchFamily="2" charset="0"/>
              </a:rPr>
              <a:t> ‘</a:t>
            </a:r>
            <a:r>
              <a:rPr lang="en-US" sz="2000" dirty="0" err="1" smtClean="0">
                <a:latin typeface="Kruti Dev 050" pitchFamily="2" charset="0"/>
              </a:rPr>
              <a:t>kkjnk</a:t>
            </a:r>
            <a:r>
              <a:rPr lang="en-US" sz="2000" dirty="0" smtClean="0">
                <a:latin typeface="Kruti Dev 050" pitchFamily="2" charset="0"/>
              </a:rPr>
              <a:t>&amp; </a:t>
            </a:r>
            <a:r>
              <a:rPr lang="en-US" sz="2000" dirty="0" err="1" smtClean="0">
                <a:latin typeface="Kruti Dev 050" pitchFamily="2" charset="0"/>
              </a:rPr>
              <a:t>gkWVsy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osyde</a:t>
            </a:r>
            <a:r>
              <a:rPr lang="en-US" sz="2000" dirty="0" smtClean="0">
                <a:latin typeface="Kruti Dev 050" pitchFamily="2" charset="0"/>
              </a:rPr>
              <a:t>&amp; </a:t>
            </a:r>
            <a:r>
              <a:rPr lang="en-US" sz="2000" dirty="0" err="1" smtClean="0">
                <a:latin typeface="Kruti Dev 050" pitchFamily="2" charset="0"/>
              </a:rPr>
              <a:t>guqeku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eafnj</a:t>
            </a:r>
            <a:r>
              <a:rPr lang="en-US" sz="2000" dirty="0" smtClean="0">
                <a:latin typeface="Kruti Dev 050" pitchFamily="2" charset="0"/>
              </a:rPr>
              <a:t>&amp; </a:t>
            </a:r>
            <a:r>
              <a:rPr lang="en-US" sz="2000" dirty="0" err="1" smtClean="0">
                <a:latin typeface="Kruti Dev 050" pitchFamily="2" charset="0"/>
              </a:rPr>
              <a:t>tqus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clLVkWi</a:t>
            </a:r>
            <a:r>
              <a:rPr lang="en-US" sz="2000" dirty="0" smtClean="0">
                <a:latin typeface="Kruti Dev 050" pitchFamily="2" charset="0"/>
              </a:rPr>
              <a:t> &amp; </a:t>
            </a:r>
            <a:r>
              <a:rPr lang="en-US" sz="2000" dirty="0" err="1" smtClean="0">
                <a:latin typeface="Kruti Dev 050" pitchFamily="2" charset="0"/>
              </a:rPr>
              <a:t>iqUgk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flysD’ku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dkWuZj</a:t>
            </a:r>
            <a:r>
              <a:rPr lang="en-US" sz="2000" dirty="0" smtClean="0">
                <a:latin typeface="Kruti Dev 050" pitchFamily="2" charset="0"/>
              </a:rPr>
              <a:t>&amp; </a:t>
            </a:r>
            <a:r>
              <a:rPr lang="en-US" sz="2000" dirty="0" err="1" smtClean="0">
                <a:latin typeface="Kruti Dev 050" pitchFamily="2" charset="0"/>
              </a:rPr>
              <a:t>laljh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ukdk</a:t>
            </a:r>
            <a:r>
              <a:rPr lang="en-US" sz="2000" dirty="0" smtClean="0">
                <a:latin typeface="Kruti Dev 050" pitchFamily="2" charset="0"/>
              </a:rPr>
              <a:t>&amp; </a:t>
            </a:r>
            <a:r>
              <a:rPr lang="en-US" sz="2000" dirty="0" err="1" smtClean="0">
                <a:latin typeface="Kruti Dev 050" pitchFamily="2" charset="0"/>
              </a:rPr>
              <a:t>laljh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xko</a:t>
            </a:r>
            <a:r>
              <a:rPr lang="en-US" sz="2000" dirty="0" smtClean="0">
                <a:latin typeface="Kruti Dev 050" pitchFamily="2" charset="0"/>
              </a:rPr>
              <a:t> &amp;</a:t>
            </a:r>
            <a:r>
              <a:rPr lang="en-US" sz="2000" dirty="0" err="1" smtClean="0">
                <a:latin typeface="Kruti Dev 050" pitchFamily="2" charset="0"/>
              </a:rPr>
              <a:t>nkj.kk</a:t>
            </a:r>
            <a:r>
              <a:rPr lang="en-US" sz="2000" dirty="0" smtClean="0">
                <a:latin typeface="Kruti Dev 050" pitchFamily="2" charset="0"/>
              </a:rPr>
              <a:t> unh ;</a:t>
            </a:r>
            <a:r>
              <a:rPr lang="en-US" sz="2000" dirty="0" err="1" smtClean="0">
                <a:latin typeface="Kruti Dev 050" pitchFamily="2" charset="0"/>
              </a:rPr>
              <a:t>sFkhy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foltZu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LFkGkoj</a:t>
            </a:r>
            <a:r>
              <a:rPr lang="en-US" sz="2000" dirty="0" smtClean="0">
                <a:latin typeface="Kruti Dev 050" pitchFamily="2" charset="0"/>
              </a:rPr>
              <a:t> lairs- </a:t>
            </a:r>
          </a:p>
          <a:p>
            <a:pPr lvl="0" algn="just"/>
            <a:r>
              <a:rPr lang="en-US" sz="2000" dirty="0" err="1" smtClean="0">
                <a:latin typeface="Kruti Dev 050" pitchFamily="2" charset="0"/>
              </a:rPr>
              <a:t>Hkxwj</a:t>
            </a:r>
            <a:r>
              <a:rPr lang="en-US" sz="2000" dirty="0" smtClean="0">
                <a:latin typeface="Kruti Dev 050" pitchFamily="2" charset="0"/>
              </a:rPr>
              <a:t> ;</a:t>
            </a:r>
            <a:r>
              <a:rPr lang="en-US" sz="2000" dirty="0" err="1" smtClean="0">
                <a:latin typeface="Kruti Dev 050" pitchFamily="2" charset="0"/>
              </a:rPr>
              <a:t>sFkhy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x.ks’k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foltZu</a:t>
            </a:r>
            <a:r>
              <a:rPr lang="en-US" sz="2000" dirty="0" smtClean="0">
                <a:latin typeface="Kruti Dev 050" pitchFamily="2" charset="0"/>
              </a:rPr>
              <a:t> fejo.kqd </a:t>
            </a:r>
            <a:r>
              <a:rPr lang="en-US" sz="2000" dirty="0" err="1" smtClean="0">
                <a:latin typeface="Kruti Dev 050" pitchFamily="2" charset="0"/>
              </a:rPr>
              <a:t>gh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f’kokth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pkSd</a:t>
            </a:r>
            <a:r>
              <a:rPr lang="en-US" sz="2000" dirty="0" smtClean="0">
                <a:latin typeface="Kruti Dev 050" pitchFamily="2" charset="0"/>
              </a:rPr>
              <a:t> ;</a:t>
            </a:r>
            <a:r>
              <a:rPr lang="en-US" sz="2000" dirty="0" err="1" smtClean="0">
                <a:latin typeface="Kruti Dev 050" pitchFamily="2" charset="0"/>
              </a:rPr>
              <a:t>sFkwu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lq</a:t>
            </a:r>
            <a:r>
              <a:rPr lang="en-US" sz="2000" dirty="0" smtClean="0">
                <a:latin typeface="Kruti Dev 050" pitchFamily="2" charset="0"/>
              </a:rPr>
              <a:t>: </a:t>
            </a:r>
            <a:r>
              <a:rPr lang="en-US" sz="2000" dirty="0" err="1" smtClean="0">
                <a:latin typeface="Kruti Dev 050" pitchFamily="2" charset="0"/>
              </a:rPr>
              <a:t>gksr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vlwu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ekjokMh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xYyh</a:t>
            </a:r>
            <a:r>
              <a:rPr lang="en-US" sz="2000" dirty="0" smtClean="0">
                <a:latin typeface="Kruti Dev 050" pitchFamily="2" charset="0"/>
              </a:rPr>
              <a:t>&amp; </a:t>
            </a:r>
            <a:r>
              <a:rPr lang="en-US" sz="2000" dirty="0" err="1" smtClean="0">
                <a:latin typeface="Kruti Dev 050" pitchFamily="2" charset="0"/>
              </a:rPr>
              <a:t>cydoMs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irlaLFkk</a:t>
            </a:r>
            <a:r>
              <a:rPr lang="en-US" sz="2000" dirty="0" smtClean="0">
                <a:latin typeface="Kruti Dev 050" pitchFamily="2" charset="0"/>
              </a:rPr>
              <a:t>&amp; </a:t>
            </a:r>
            <a:r>
              <a:rPr lang="en-US" sz="2000" dirty="0" err="1" smtClean="0">
                <a:latin typeface="Kruti Dev 050" pitchFamily="2" charset="0"/>
              </a:rPr>
              <a:t>oatkj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xYyh</a:t>
            </a:r>
            <a:r>
              <a:rPr lang="en-US" sz="2000" dirty="0" smtClean="0">
                <a:latin typeface="Kruti Dev 050" pitchFamily="2" charset="0"/>
              </a:rPr>
              <a:t>&amp; </a:t>
            </a:r>
            <a:r>
              <a:rPr lang="en-US" sz="2000" dirty="0" err="1" smtClean="0">
                <a:latin typeface="Kruti Dev 050" pitchFamily="2" charset="0"/>
              </a:rPr>
              <a:t>flrGk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nsoh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eafnj</a:t>
            </a:r>
            <a:r>
              <a:rPr lang="en-US" sz="2000" dirty="0" smtClean="0">
                <a:latin typeface="Kruti Dev 050" pitchFamily="2" charset="0"/>
              </a:rPr>
              <a:t>&amp; </a:t>
            </a:r>
            <a:r>
              <a:rPr lang="en-US" sz="2000" dirty="0" err="1" smtClean="0">
                <a:latin typeface="Kruti Dev 050" pitchFamily="2" charset="0"/>
              </a:rPr>
              <a:t>Hkxwj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uxjikfydk</a:t>
            </a:r>
            <a:r>
              <a:rPr lang="en-US" sz="2000" dirty="0" smtClean="0">
                <a:latin typeface="Kruti Dev 050" pitchFamily="2" charset="0"/>
              </a:rPr>
              <a:t>&amp; </a:t>
            </a:r>
            <a:r>
              <a:rPr lang="en-US" sz="2000" dirty="0" err="1" smtClean="0">
                <a:latin typeface="Kruti Dev 050" pitchFamily="2" charset="0"/>
              </a:rPr>
              <a:t>f’kokth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pkSd</a:t>
            </a:r>
            <a:r>
              <a:rPr lang="en-US" sz="2000" dirty="0" smtClean="0">
                <a:latin typeface="Kruti Dev 050" pitchFamily="2" charset="0"/>
              </a:rPr>
              <a:t>&amp; </a:t>
            </a:r>
            <a:r>
              <a:rPr lang="en-US" sz="2000" dirty="0" err="1" smtClean="0">
                <a:latin typeface="Kruti Dev 050" pitchFamily="2" charset="0"/>
              </a:rPr>
              <a:t>dzkarh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pkSd</a:t>
            </a:r>
            <a:r>
              <a:rPr lang="en-US" sz="2000" dirty="0" smtClean="0">
                <a:latin typeface="Kruti Dev 050" pitchFamily="2" charset="0"/>
              </a:rPr>
              <a:t>&amp; </a:t>
            </a:r>
            <a:r>
              <a:rPr lang="en-US" sz="2000" dirty="0" err="1" smtClean="0">
                <a:latin typeface="Kruti Dev 050" pitchFamily="2" charset="0"/>
              </a:rPr>
              <a:t>jktokMk</a:t>
            </a:r>
            <a:r>
              <a:rPr lang="en-US" sz="2000" dirty="0" smtClean="0">
                <a:latin typeface="Kruti Dev 050" pitchFamily="2" charset="0"/>
              </a:rPr>
              <a:t> &amp; </a:t>
            </a:r>
            <a:r>
              <a:rPr lang="en-US" sz="2000" dirty="0" err="1" smtClean="0">
                <a:latin typeface="Kruti Dev 050" pitchFamily="2" charset="0"/>
              </a:rPr>
              <a:t>nkj.kk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unhoj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foltZu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dj.;kr</a:t>
            </a:r>
            <a:r>
              <a:rPr lang="en-US" sz="2000" dirty="0" smtClean="0">
                <a:latin typeface="Kruti Dev 050" pitchFamily="2" charset="0"/>
              </a:rPr>
              <a:t> ;</a:t>
            </a:r>
            <a:r>
              <a:rPr lang="en-US" sz="2000" dirty="0" err="1" smtClean="0">
                <a:latin typeface="Kruti Dev 050" pitchFamily="2" charset="0"/>
              </a:rPr>
              <a:t>sr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vlrs</a:t>
            </a:r>
            <a:r>
              <a:rPr lang="en-US" sz="2000" dirty="0" smtClean="0">
                <a:latin typeface="Kruti Dev 050" pitchFamily="2" charset="0"/>
              </a:rPr>
              <a:t>- </a:t>
            </a:r>
          </a:p>
          <a:p>
            <a:pPr algn="just"/>
            <a:r>
              <a:rPr lang="en-US" sz="2000" dirty="0" err="1" smtClean="0">
                <a:latin typeface="Kruti Dev 050" pitchFamily="2" charset="0"/>
              </a:rPr>
              <a:t>lnj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ekxkZoj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eqLyhe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yksdoLrh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vFkok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feJ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yksdoLrh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ukgh</a:t>
            </a:r>
            <a:r>
              <a:rPr lang="en-US" sz="2000" dirty="0" smtClean="0">
                <a:latin typeface="Kruti Dev 050" pitchFamily="2" charset="0"/>
              </a:rPr>
              <a:t>- </a:t>
            </a:r>
            <a:r>
              <a:rPr lang="en-US" sz="2000" dirty="0" err="1" smtClean="0">
                <a:latin typeface="Kruti Dev 050" pitchFamily="2" charset="0"/>
              </a:rPr>
              <a:t>eLthngh</a:t>
            </a:r>
            <a:r>
              <a:rPr lang="en-US" sz="2000" dirty="0" smtClean="0">
                <a:latin typeface="Kruti Dev 050" pitchFamily="2" charset="0"/>
              </a:rPr>
              <a:t> fejo.kqd </a:t>
            </a:r>
            <a:r>
              <a:rPr lang="en-US" sz="2000" dirty="0" err="1" smtClean="0">
                <a:latin typeface="Kruti Dev 050" pitchFamily="2" charset="0"/>
              </a:rPr>
              <a:t>ekxkZiklwu</a:t>
            </a:r>
            <a:r>
              <a:rPr lang="en-US" sz="2000" dirty="0" smtClean="0">
                <a:latin typeface="Kruti Dev 050" pitchFamily="2" charset="0"/>
              </a:rPr>
              <a:t> 800 </a:t>
            </a:r>
            <a:r>
              <a:rPr lang="en-US" sz="2000" dirty="0" err="1" smtClean="0">
                <a:latin typeface="Kruti Dev 050" pitchFamily="2" charset="0"/>
              </a:rPr>
              <a:t>rs</a:t>
            </a:r>
            <a:r>
              <a:rPr lang="en-US" sz="2000" dirty="0" smtClean="0">
                <a:latin typeface="Kruti Dev 050" pitchFamily="2" charset="0"/>
              </a:rPr>
              <a:t> 1000  </a:t>
            </a:r>
            <a:r>
              <a:rPr lang="en-US" sz="2000" dirty="0" err="1" smtClean="0">
                <a:latin typeface="Kruti Dev 050" pitchFamily="2" charset="0"/>
              </a:rPr>
              <a:t>feVj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varjkoj</a:t>
            </a:r>
            <a:r>
              <a:rPr lang="en-US" sz="2000" dirty="0" smtClean="0">
                <a:latin typeface="Kruti Dev 050" pitchFamily="2" charset="0"/>
              </a:rPr>
              <a:t> </a:t>
            </a:r>
            <a:r>
              <a:rPr lang="en-US" sz="2000" dirty="0" err="1" smtClean="0">
                <a:latin typeface="Kruti Dev 050" pitchFamily="2" charset="0"/>
              </a:rPr>
              <a:t>vkgs</a:t>
            </a:r>
            <a:r>
              <a:rPr lang="en-US" sz="2000" dirty="0" smtClean="0">
                <a:latin typeface="Kruti Dev 050" pitchFamily="2" charset="0"/>
              </a:rPr>
              <a:t>-</a:t>
            </a:r>
          </a:p>
          <a:p>
            <a:pPr algn="just"/>
            <a:endParaRPr lang="en-US" sz="20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lvl="0"/>
            <a:r>
              <a:rPr lang="en-US" sz="20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;k </a:t>
            </a:r>
            <a:r>
              <a:rPr lang="en-US" sz="20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O;frfjDr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brj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fBdk.kh ns[</a:t>
            </a:r>
            <a:r>
              <a:rPr lang="en-US" sz="20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khy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ygku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fejo.kqdk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fu?krkr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</a:t>
            </a:r>
          </a:p>
          <a:p>
            <a:r>
              <a:rPr lang="en-US" sz="20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       </a:t>
            </a:r>
            <a:r>
              <a:rPr lang="en-US" sz="20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mnkj.kkFkZ</a:t>
            </a:r>
            <a:r>
              <a:rPr lang="en-US" sz="20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%</a:t>
            </a:r>
            <a:r>
              <a:rPr lang="en-US" sz="20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000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lkriqj</a:t>
            </a:r>
            <a:r>
              <a:rPr lang="en-US" sz="20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sz="2000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vacM</a:t>
            </a:r>
            <a:r>
              <a:rPr lang="en-US" sz="20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sz="2000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xaxkiqj</a:t>
            </a:r>
            <a:r>
              <a:rPr lang="en-US" sz="20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sz="2000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vkuanoyh</a:t>
            </a:r>
            <a:r>
              <a:rPr lang="en-US" sz="20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sz="2000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vkMxko</a:t>
            </a:r>
            <a:r>
              <a:rPr lang="en-US" sz="20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e[</a:t>
            </a:r>
            <a:r>
              <a:rPr lang="en-US" sz="2000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keykckn</a:t>
            </a:r>
            <a:r>
              <a:rPr lang="en-US" sz="20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000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xko</a:t>
            </a:r>
            <a:r>
              <a:rPr lang="en-US" sz="20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sz="2000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Hkxqj</a:t>
            </a:r>
            <a:r>
              <a:rPr lang="en-US" sz="20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ns-</a:t>
            </a:r>
            <a:r>
              <a:rPr lang="en-US" sz="2000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dWEi</a:t>
            </a:r>
            <a:r>
              <a:rPr lang="en-US" sz="20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sz="2000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f’kns</a:t>
            </a:r>
            <a:r>
              <a:rPr lang="en-US" sz="20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sz="2000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iGls</a:t>
            </a:r>
            <a:r>
              <a:rPr lang="en-US" sz="20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</a:t>
            </a:r>
            <a:endParaRPr lang="en-US" sz="54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Kruti Dev 71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esktop\Final\For PPT\Devlali Camp Map 3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0" y="177225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3½ v½ ns-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dWEi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foltZu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fejo.kqdhpk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 </a:t>
            </a:r>
            <a:r>
              <a:rPr lang="en-US" sz="3200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ekxZ</a:t>
            </a:r>
            <a:r>
              <a:rPr lang="en-US" sz="3200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%&amp;</a:t>
            </a:r>
            <a:r>
              <a:rPr lang="en-US" sz="2800" dirty="0" smtClean="0">
                <a:solidFill>
                  <a:srgbClr val="7030A0"/>
                </a:solidFill>
                <a:latin typeface="Kruti Dev 710" pitchFamily="2" charset="0"/>
              </a:rPr>
              <a:t> </a:t>
            </a:r>
            <a:r>
              <a:rPr lang="en-US" sz="3200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laljh</a:t>
            </a:r>
            <a:r>
              <a:rPr lang="en-US" sz="3200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</a:t>
            </a:r>
            <a:r>
              <a:rPr lang="en-US" sz="3200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ukdk</a:t>
            </a:r>
            <a:r>
              <a:rPr lang="en-US" sz="3200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</a:t>
            </a:r>
            <a:r>
              <a:rPr lang="en-US" sz="3200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rs</a:t>
            </a:r>
            <a:r>
              <a:rPr lang="en-US" sz="3200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</a:t>
            </a:r>
            <a:r>
              <a:rPr lang="en-US" sz="3200" dirty="0" err="1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nkj.kk</a:t>
            </a:r>
            <a:r>
              <a:rPr lang="en-US" sz="3200" dirty="0" smtClean="0">
                <a:solidFill>
                  <a:schemeClr val="accent6">
                    <a:lumMod val="50000"/>
                  </a:schemeClr>
                </a:solidFill>
                <a:latin typeface="Kruti Dev 710" pitchFamily="2" charset="0"/>
              </a:rPr>
              <a:t> unh</a:t>
            </a:r>
            <a:endParaRPr lang="en-US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5151051" y="2209800"/>
            <a:ext cx="2529909" cy="3621768"/>
          </a:xfrm>
          <a:custGeom>
            <a:avLst/>
            <a:gdLst>
              <a:gd name="connsiteX0" fmla="*/ 574500 w 2529909"/>
              <a:gd name="connsiteY0" fmla="*/ 0 h 3355654"/>
              <a:gd name="connsiteX1" fmla="*/ 476026 w 2529909"/>
              <a:gd name="connsiteY1" fmla="*/ 28135 h 3355654"/>
              <a:gd name="connsiteX2" fmla="*/ 447891 w 2529909"/>
              <a:gd name="connsiteY2" fmla="*/ 70338 h 3355654"/>
              <a:gd name="connsiteX3" fmla="*/ 405687 w 2529909"/>
              <a:gd name="connsiteY3" fmla="*/ 703384 h 3355654"/>
              <a:gd name="connsiteX4" fmla="*/ 391620 w 2529909"/>
              <a:gd name="connsiteY4" fmla="*/ 759655 h 3355654"/>
              <a:gd name="connsiteX5" fmla="*/ 363484 w 2529909"/>
              <a:gd name="connsiteY5" fmla="*/ 787791 h 3355654"/>
              <a:gd name="connsiteX6" fmla="*/ 321281 w 2529909"/>
              <a:gd name="connsiteY6" fmla="*/ 914400 h 3355654"/>
              <a:gd name="connsiteX7" fmla="*/ 307214 w 2529909"/>
              <a:gd name="connsiteY7" fmla="*/ 956603 h 3355654"/>
              <a:gd name="connsiteX8" fmla="*/ 321281 w 2529909"/>
              <a:gd name="connsiteY8" fmla="*/ 1083212 h 3355654"/>
              <a:gd name="connsiteX9" fmla="*/ 335349 w 2529909"/>
              <a:gd name="connsiteY9" fmla="*/ 1125415 h 3355654"/>
              <a:gd name="connsiteX10" fmla="*/ 405687 w 2529909"/>
              <a:gd name="connsiteY10" fmla="*/ 1195754 h 3355654"/>
              <a:gd name="connsiteX11" fmla="*/ 433823 w 2529909"/>
              <a:gd name="connsiteY11" fmla="*/ 1223889 h 3355654"/>
              <a:gd name="connsiteX12" fmla="*/ 433823 w 2529909"/>
              <a:gd name="connsiteY12" fmla="*/ 1505243 h 3355654"/>
              <a:gd name="connsiteX13" fmla="*/ 405687 w 2529909"/>
              <a:gd name="connsiteY13" fmla="*/ 1589649 h 3355654"/>
              <a:gd name="connsiteX14" fmla="*/ 363484 w 2529909"/>
              <a:gd name="connsiteY14" fmla="*/ 1674055 h 3355654"/>
              <a:gd name="connsiteX15" fmla="*/ 349417 w 2529909"/>
              <a:gd name="connsiteY15" fmla="*/ 1772529 h 3355654"/>
              <a:gd name="connsiteX16" fmla="*/ 321281 w 2529909"/>
              <a:gd name="connsiteY16" fmla="*/ 1899138 h 3355654"/>
              <a:gd name="connsiteX17" fmla="*/ 307214 w 2529909"/>
              <a:gd name="connsiteY17" fmla="*/ 2011680 h 3355654"/>
              <a:gd name="connsiteX18" fmla="*/ 250943 w 2529909"/>
              <a:gd name="connsiteY18" fmla="*/ 2138289 h 3355654"/>
              <a:gd name="connsiteX19" fmla="*/ 222807 w 2529909"/>
              <a:gd name="connsiteY19" fmla="*/ 2166424 h 3355654"/>
              <a:gd name="connsiteX20" fmla="*/ 194672 w 2529909"/>
              <a:gd name="connsiteY20" fmla="*/ 2278966 h 3355654"/>
              <a:gd name="connsiteX21" fmla="*/ 180604 w 2529909"/>
              <a:gd name="connsiteY21" fmla="*/ 2321169 h 3355654"/>
              <a:gd name="connsiteX22" fmla="*/ 138401 w 2529909"/>
              <a:gd name="connsiteY22" fmla="*/ 2349304 h 3355654"/>
              <a:gd name="connsiteX23" fmla="*/ 96198 w 2529909"/>
              <a:gd name="connsiteY23" fmla="*/ 2433711 h 3355654"/>
              <a:gd name="connsiteX24" fmla="*/ 68063 w 2529909"/>
              <a:gd name="connsiteY24" fmla="*/ 2518117 h 3355654"/>
              <a:gd name="connsiteX25" fmla="*/ 53995 w 2529909"/>
              <a:gd name="connsiteY25" fmla="*/ 2560320 h 3355654"/>
              <a:gd name="connsiteX26" fmla="*/ 11792 w 2529909"/>
              <a:gd name="connsiteY26" fmla="*/ 2715064 h 3355654"/>
              <a:gd name="connsiteX27" fmla="*/ 68063 w 2529909"/>
              <a:gd name="connsiteY27" fmla="*/ 2827606 h 3355654"/>
              <a:gd name="connsiteX28" fmla="*/ 110266 w 2529909"/>
              <a:gd name="connsiteY28" fmla="*/ 2869809 h 3355654"/>
              <a:gd name="connsiteX29" fmla="*/ 194672 w 2529909"/>
              <a:gd name="connsiteY29" fmla="*/ 2897944 h 3355654"/>
              <a:gd name="connsiteX30" fmla="*/ 222807 w 2529909"/>
              <a:gd name="connsiteY30" fmla="*/ 2926080 h 3355654"/>
              <a:gd name="connsiteX31" fmla="*/ 250943 w 2529909"/>
              <a:gd name="connsiteY31" fmla="*/ 2968283 h 3355654"/>
              <a:gd name="connsiteX32" fmla="*/ 335349 w 2529909"/>
              <a:gd name="connsiteY32" fmla="*/ 2996418 h 3355654"/>
              <a:gd name="connsiteX33" fmla="*/ 363484 w 2529909"/>
              <a:gd name="connsiteY33" fmla="*/ 3024554 h 3355654"/>
              <a:gd name="connsiteX34" fmla="*/ 532297 w 2529909"/>
              <a:gd name="connsiteY34" fmla="*/ 3024554 h 3355654"/>
              <a:gd name="connsiteX35" fmla="*/ 841786 w 2529909"/>
              <a:gd name="connsiteY35" fmla="*/ 3024554 h 3355654"/>
              <a:gd name="connsiteX36" fmla="*/ 940260 w 2529909"/>
              <a:gd name="connsiteY36" fmla="*/ 3123028 h 3355654"/>
              <a:gd name="connsiteX37" fmla="*/ 1066869 w 2529909"/>
              <a:gd name="connsiteY37" fmla="*/ 3193366 h 3355654"/>
              <a:gd name="connsiteX38" fmla="*/ 1137207 w 2529909"/>
              <a:gd name="connsiteY38" fmla="*/ 3221501 h 3355654"/>
              <a:gd name="connsiteX39" fmla="*/ 1517035 w 2529909"/>
              <a:gd name="connsiteY39" fmla="*/ 3249637 h 3355654"/>
              <a:gd name="connsiteX40" fmla="*/ 1559238 w 2529909"/>
              <a:gd name="connsiteY40" fmla="*/ 3263704 h 3355654"/>
              <a:gd name="connsiteX41" fmla="*/ 1756186 w 2529909"/>
              <a:gd name="connsiteY41" fmla="*/ 3291840 h 3355654"/>
              <a:gd name="connsiteX42" fmla="*/ 2234487 w 2529909"/>
              <a:gd name="connsiteY42" fmla="*/ 3291840 h 3355654"/>
              <a:gd name="connsiteX43" fmla="*/ 2332961 w 2529909"/>
              <a:gd name="connsiteY43" fmla="*/ 3193366 h 3355654"/>
              <a:gd name="connsiteX44" fmla="*/ 2403300 w 2529909"/>
              <a:gd name="connsiteY44" fmla="*/ 3165231 h 3355654"/>
              <a:gd name="connsiteX45" fmla="*/ 2431435 w 2529909"/>
              <a:gd name="connsiteY45" fmla="*/ 3137095 h 3355654"/>
              <a:gd name="connsiteX46" fmla="*/ 2473638 w 2529909"/>
              <a:gd name="connsiteY46" fmla="*/ 3123028 h 3355654"/>
              <a:gd name="connsiteX47" fmla="*/ 2529909 w 2529909"/>
              <a:gd name="connsiteY47" fmla="*/ 3080824 h 3355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529909" h="3355654">
                <a:moveTo>
                  <a:pt x="574500" y="0"/>
                </a:moveTo>
                <a:cubicBezTo>
                  <a:pt x="541675" y="9378"/>
                  <a:pt x="505868" y="11556"/>
                  <a:pt x="476026" y="28135"/>
                </a:cubicBezTo>
                <a:cubicBezTo>
                  <a:pt x="461246" y="36346"/>
                  <a:pt x="448991" y="53467"/>
                  <a:pt x="447891" y="70338"/>
                </a:cubicBezTo>
                <a:cubicBezTo>
                  <a:pt x="405766" y="716256"/>
                  <a:pt x="578268" y="530809"/>
                  <a:pt x="405687" y="703384"/>
                </a:cubicBezTo>
                <a:cubicBezTo>
                  <a:pt x="400998" y="722141"/>
                  <a:pt x="400266" y="742362"/>
                  <a:pt x="391620" y="759655"/>
                </a:cubicBezTo>
                <a:cubicBezTo>
                  <a:pt x="385688" y="771518"/>
                  <a:pt x="368972" y="775716"/>
                  <a:pt x="363484" y="787791"/>
                </a:cubicBezTo>
                <a:cubicBezTo>
                  <a:pt x="345076" y="828289"/>
                  <a:pt x="335349" y="872197"/>
                  <a:pt x="321281" y="914400"/>
                </a:cubicBezTo>
                <a:lnTo>
                  <a:pt x="307214" y="956603"/>
                </a:lnTo>
                <a:cubicBezTo>
                  <a:pt x="311903" y="998806"/>
                  <a:pt x="314300" y="1041327"/>
                  <a:pt x="321281" y="1083212"/>
                </a:cubicBezTo>
                <a:cubicBezTo>
                  <a:pt x="323719" y="1097839"/>
                  <a:pt x="326452" y="1113552"/>
                  <a:pt x="335349" y="1125415"/>
                </a:cubicBezTo>
                <a:cubicBezTo>
                  <a:pt x="355244" y="1151941"/>
                  <a:pt x="382241" y="1172308"/>
                  <a:pt x="405687" y="1195754"/>
                </a:cubicBezTo>
                <a:lnTo>
                  <a:pt x="433823" y="1223889"/>
                </a:lnTo>
                <a:cubicBezTo>
                  <a:pt x="470717" y="1334567"/>
                  <a:pt x="461833" y="1290502"/>
                  <a:pt x="433823" y="1505243"/>
                </a:cubicBezTo>
                <a:cubicBezTo>
                  <a:pt x="429987" y="1534651"/>
                  <a:pt x="422138" y="1564973"/>
                  <a:pt x="405687" y="1589649"/>
                </a:cubicBezTo>
                <a:cubicBezTo>
                  <a:pt x="369327" y="1644190"/>
                  <a:pt x="382899" y="1615812"/>
                  <a:pt x="363484" y="1674055"/>
                </a:cubicBezTo>
                <a:cubicBezTo>
                  <a:pt x="358795" y="1706880"/>
                  <a:pt x="354868" y="1739822"/>
                  <a:pt x="349417" y="1772529"/>
                </a:cubicBezTo>
                <a:cubicBezTo>
                  <a:pt x="340488" y="1826106"/>
                  <a:pt x="333927" y="1848554"/>
                  <a:pt x="321281" y="1899138"/>
                </a:cubicBezTo>
                <a:cubicBezTo>
                  <a:pt x="316592" y="1936652"/>
                  <a:pt x="315135" y="1974713"/>
                  <a:pt x="307214" y="2011680"/>
                </a:cubicBezTo>
                <a:cubicBezTo>
                  <a:pt x="295788" y="2065000"/>
                  <a:pt x="282954" y="2098275"/>
                  <a:pt x="250943" y="2138289"/>
                </a:cubicBezTo>
                <a:cubicBezTo>
                  <a:pt x="242657" y="2148646"/>
                  <a:pt x="232186" y="2157046"/>
                  <a:pt x="222807" y="2166424"/>
                </a:cubicBezTo>
                <a:cubicBezTo>
                  <a:pt x="190648" y="2262908"/>
                  <a:pt x="228629" y="2143140"/>
                  <a:pt x="194672" y="2278966"/>
                </a:cubicBezTo>
                <a:cubicBezTo>
                  <a:pt x="191075" y="2293352"/>
                  <a:pt x="189867" y="2309590"/>
                  <a:pt x="180604" y="2321169"/>
                </a:cubicBezTo>
                <a:cubicBezTo>
                  <a:pt x="170042" y="2334371"/>
                  <a:pt x="152469" y="2339926"/>
                  <a:pt x="138401" y="2349304"/>
                </a:cubicBezTo>
                <a:cubicBezTo>
                  <a:pt x="87105" y="2503203"/>
                  <a:pt x="168912" y="2270107"/>
                  <a:pt x="96198" y="2433711"/>
                </a:cubicBezTo>
                <a:cubicBezTo>
                  <a:pt x="84153" y="2460812"/>
                  <a:pt x="77441" y="2489982"/>
                  <a:pt x="68063" y="2518117"/>
                </a:cubicBezTo>
                <a:cubicBezTo>
                  <a:pt x="63374" y="2532185"/>
                  <a:pt x="57591" y="2545934"/>
                  <a:pt x="53995" y="2560320"/>
                </a:cubicBezTo>
                <a:cubicBezTo>
                  <a:pt x="22264" y="2687247"/>
                  <a:pt x="38088" y="2636177"/>
                  <a:pt x="11792" y="2715064"/>
                </a:cubicBezTo>
                <a:cubicBezTo>
                  <a:pt x="32228" y="2837679"/>
                  <a:pt x="0" y="2770887"/>
                  <a:pt x="68063" y="2827606"/>
                </a:cubicBezTo>
                <a:cubicBezTo>
                  <a:pt x="83347" y="2840342"/>
                  <a:pt x="92875" y="2860147"/>
                  <a:pt x="110266" y="2869809"/>
                </a:cubicBezTo>
                <a:cubicBezTo>
                  <a:pt x="136191" y="2884212"/>
                  <a:pt x="194672" y="2897944"/>
                  <a:pt x="194672" y="2897944"/>
                </a:cubicBezTo>
                <a:cubicBezTo>
                  <a:pt x="204050" y="2907323"/>
                  <a:pt x="214522" y="2915723"/>
                  <a:pt x="222807" y="2926080"/>
                </a:cubicBezTo>
                <a:cubicBezTo>
                  <a:pt x="233369" y="2939282"/>
                  <a:pt x="236606" y="2959322"/>
                  <a:pt x="250943" y="2968283"/>
                </a:cubicBezTo>
                <a:cubicBezTo>
                  <a:pt x="276092" y="2984001"/>
                  <a:pt x="335349" y="2996418"/>
                  <a:pt x="335349" y="2996418"/>
                </a:cubicBezTo>
                <a:cubicBezTo>
                  <a:pt x="344727" y="3005797"/>
                  <a:pt x="352111" y="3017730"/>
                  <a:pt x="363484" y="3024554"/>
                </a:cubicBezTo>
                <a:cubicBezTo>
                  <a:pt x="415036" y="3055485"/>
                  <a:pt x="479535" y="3030416"/>
                  <a:pt x="532297" y="3024554"/>
                </a:cubicBezTo>
                <a:cubicBezTo>
                  <a:pt x="640485" y="2988491"/>
                  <a:pt x="671934" y="2972292"/>
                  <a:pt x="841786" y="3024554"/>
                </a:cubicBezTo>
                <a:cubicBezTo>
                  <a:pt x="886154" y="3038206"/>
                  <a:pt x="901635" y="3097278"/>
                  <a:pt x="940260" y="3123028"/>
                </a:cubicBezTo>
                <a:cubicBezTo>
                  <a:pt x="1061199" y="3203653"/>
                  <a:pt x="981977" y="3161531"/>
                  <a:pt x="1066869" y="3193366"/>
                </a:cubicBezTo>
                <a:cubicBezTo>
                  <a:pt x="1090513" y="3202233"/>
                  <a:pt x="1112150" y="3218369"/>
                  <a:pt x="1137207" y="3221501"/>
                </a:cubicBezTo>
                <a:cubicBezTo>
                  <a:pt x="1263183" y="3237248"/>
                  <a:pt x="1517035" y="3249637"/>
                  <a:pt x="1517035" y="3249637"/>
                </a:cubicBezTo>
                <a:cubicBezTo>
                  <a:pt x="1531103" y="3254326"/>
                  <a:pt x="1544635" y="3261127"/>
                  <a:pt x="1559238" y="3263704"/>
                </a:cubicBezTo>
                <a:cubicBezTo>
                  <a:pt x="1624545" y="3275229"/>
                  <a:pt x="1756186" y="3291840"/>
                  <a:pt x="1756186" y="3291840"/>
                </a:cubicBezTo>
                <a:cubicBezTo>
                  <a:pt x="1921297" y="3346878"/>
                  <a:pt x="1931370" y="3355654"/>
                  <a:pt x="2234487" y="3291840"/>
                </a:cubicBezTo>
                <a:cubicBezTo>
                  <a:pt x="2279912" y="3282277"/>
                  <a:pt x="2289860" y="3210606"/>
                  <a:pt x="2332961" y="3193366"/>
                </a:cubicBezTo>
                <a:lnTo>
                  <a:pt x="2403300" y="3165231"/>
                </a:lnTo>
                <a:cubicBezTo>
                  <a:pt x="2412678" y="3155852"/>
                  <a:pt x="2420062" y="3143919"/>
                  <a:pt x="2431435" y="3137095"/>
                </a:cubicBezTo>
                <a:cubicBezTo>
                  <a:pt x="2444150" y="3129466"/>
                  <a:pt x="2460375" y="3129660"/>
                  <a:pt x="2473638" y="3123028"/>
                </a:cubicBezTo>
                <a:cubicBezTo>
                  <a:pt x="2505450" y="3107122"/>
                  <a:pt x="2510126" y="3100607"/>
                  <a:pt x="2529909" y="3080824"/>
                </a:cubicBezTo>
              </a:path>
            </a:pathLst>
          </a:cu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C:\Users\Admin\Desktop\Magar Saheb Final Work\photos-2014-9-12-7-10-26.jpg"/>
          <p:cNvPicPr>
            <a:picLocks noChangeAspect="1" noChangeArrowheads="1"/>
          </p:cNvPicPr>
          <p:nvPr/>
        </p:nvPicPr>
        <p:blipFill>
          <a:blip r:embed="rId3"/>
          <a:srcRect l="25385" r="13077" b="17229"/>
          <a:stretch>
            <a:fillRect/>
          </a:stretch>
        </p:blipFill>
        <p:spPr bwMode="auto">
          <a:xfrm>
            <a:off x="7696200" y="4953000"/>
            <a:ext cx="1153537" cy="990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2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2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997 0.01852 C -0.07622 0.025 -0.08247 0.03172 -0.08802 0.03704 C -0.09358 0.04237 -0.09341 0.04746 -0.1033 0.05 C -0.1132 0.05255 -0.13247 0.05394 -0.14775 0.05186 C -0.16302 0.04977 -0.17917 0.04237 -0.19497 0.03704 C -0.21077 0.03172 -0.2316 0.02686 -0.24219 0.02037 C -0.25278 0.01389 -0.24983 0.0007 -0.25886 -0.00185 C -0.26788 -0.00439 -0.28733 0.00718 -0.29636 0.00556 C -0.30538 0.00394 -0.30556 -0.00393 -0.31302 -0.01111 C -0.32049 -0.01828 -0.33889 -0.0206 -0.3408 -0.03703 C -0.34271 -0.05347 -0.3283 -0.09351 -0.32413 -0.10925 C -0.31997 -0.125 -0.31858 -0.12152 -0.3158 -0.13148 C -0.31302 -0.14143 -0.31163 -0.15069 -0.30747 -0.16851 C -0.3033 -0.18634 -0.29375 -0.22106 -0.2908 -0.23888 C -0.28785 -0.25671 -0.28681 -0.26458 -0.28941 -0.27592 C -0.29202 -0.28726 -0.30417 -0.29606 -0.30608 -0.3074 C -0.30799 -0.31875 -0.30313 -0.33333 -0.30052 -0.34444 C -0.29792 -0.35555 -0.2915 -0.35949 -0.2908 -0.37407 C -0.29011 -0.38865 -0.29653 -0.41481 -0.29636 -0.43148 C -0.29618 -0.44814 -0.29306 -0.46643 -0.28941 -0.47407 C -0.28577 -0.48171 -0.28004 -0.47986 -0.27413 -0.47777 " pathEditMode="relative" ptsTypes="aaaaaaaaaaaaaaaaaaaaA">
                                      <p:cBhvr>
                                        <p:cTn id="2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-304800"/>
            <a:ext cx="800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lvl="0"/>
            <a:r>
              <a:rPr lang="en-US" sz="2400" b="1" dirty="0" err="1" smtClean="0">
                <a:latin typeface="Kruti Dev 050" pitchFamily="2" charset="0"/>
              </a:rPr>
              <a:t>izfrca</a:t>
            </a:r>
            <a:r>
              <a:rPr lang="en-US" sz="2400" b="1" dirty="0" smtClean="0">
                <a:latin typeface="Kruti Dev 050" pitchFamily="2" charset="0"/>
              </a:rPr>
              <a:t>/</a:t>
            </a:r>
            <a:r>
              <a:rPr lang="en-US" sz="2400" b="1" dirty="0" err="1" smtClean="0">
                <a:latin typeface="Kruti Dev 050" pitchFamily="2" charset="0"/>
              </a:rPr>
              <a:t>kkRed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dkjokbZ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vkjk</a:t>
            </a:r>
            <a:r>
              <a:rPr lang="en-US" sz="2400" b="1" dirty="0" smtClean="0">
                <a:latin typeface="Kruti Dev 050" pitchFamily="2" charset="0"/>
              </a:rPr>
              <a:t>[</a:t>
            </a:r>
            <a:r>
              <a:rPr lang="en-US" sz="2400" b="1" dirty="0" err="1" smtClean="0">
                <a:latin typeface="Kruti Dev 050" pitchFamily="2" charset="0"/>
              </a:rPr>
              <a:t>kMk</a:t>
            </a:r>
            <a:r>
              <a:rPr lang="en-US" sz="2400" b="1" dirty="0" smtClean="0">
                <a:latin typeface="Kruti Dev 050" pitchFamily="2" charset="0"/>
              </a:rPr>
              <a:t> ¼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PREVENTIVE ACTION PLAN </a:t>
            </a:r>
            <a:r>
              <a:rPr lang="en-US" sz="2400" b="1" dirty="0" smtClean="0">
                <a:latin typeface="Kruti Dev 050" pitchFamily="2" charset="0"/>
              </a:rPr>
              <a:t>½</a:t>
            </a:r>
            <a:endParaRPr lang="en-US" sz="2400" dirty="0" smtClean="0">
              <a:latin typeface="Kruti Dev 050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 err="1" smtClean="0">
                <a:latin typeface="Kruti Dev 050" pitchFamily="2" charset="0"/>
              </a:rPr>
              <a:t>r;kj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dsysY;k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vkjk</a:t>
            </a:r>
            <a:r>
              <a:rPr lang="en-US" sz="2400" b="1" dirty="0" smtClean="0">
                <a:latin typeface="Kruti Dev 050" pitchFamily="2" charset="0"/>
              </a:rPr>
              <a:t>[</a:t>
            </a:r>
            <a:r>
              <a:rPr lang="en-US" sz="2400" b="1" dirty="0" err="1" smtClean="0">
                <a:latin typeface="Kruti Dev 050" pitchFamily="2" charset="0"/>
              </a:rPr>
              <a:t>kM;kizek.ks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fdrh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izfrca</a:t>
            </a:r>
            <a:r>
              <a:rPr lang="en-US" sz="2400" b="1" dirty="0" smtClean="0">
                <a:latin typeface="Kruti Dev 050" pitchFamily="2" charset="0"/>
              </a:rPr>
              <a:t>/</a:t>
            </a:r>
            <a:r>
              <a:rPr lang="en-US" sz="2400" b="1" dirty="0" err="1" smtClean="0">
                <a:latin typeface="Kruti Dev 050" pitchFamily="2" charset="0"/>
              </a:rPr>
              <a:t>kkRed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dkjokbZ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dj.;kr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vkysyh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vkgs</a:t>
            </a:r>
            <a:r>
              <a:rPr lang="en-US" sz="2400" b="1" dirty="0" smtClean="0">
                <a:latin typeface="Kruti Dev 050" pitchFamily="2" charset="0"/>
              </a:rPr>
              <a:t>- %&amp;</a:t>
            </a:r>
          </a:p>
          <a:p>
            <a:endParaRPr lang="en-US" sz="1200" dirty="0" smtClean="0">
              <a:solidFill>
                <a:srgbClr val="FF0000"/>
              </a:solidFill>
              <a:latin typeface="Kruti Dev 050" pitchFamily="2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600" y="1143000"/>
          <a:ext cx="8077199" cy="548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804"/>
                <a:gridCol w="905853"/>
                <a:gridCol w="915292"/>
                <a:gridCol w="1009650"/>
                <a:gridCol w="1009650"/>
                <a:gridCol w="819151"/>
                <a:gridCol w="1143000"/>
                <a:gridCol w="106679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Kruti Dev 050" pitchFamily="2" charset="0"/>
                        </a:rPr>
                        <a:t>iksyhl</a:t>
                      </a:r>
                      <a:r>
                        <a:rPr lang="en-US" sz="1600" baseline="0" dirty="0" smtClean="0">
                          <a:latin typeface="Kruti Dev 050" pitchFamily="2" charset="0"/>
                        </a:rPr>
                        <a:t> 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LVs’ku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Kruti Dev 050" pitchFamily="2" charset="0"/>
                        </a:rPr>
                        <a:t>Lh-vkj-ih-lh</a:t>
                      </a:r>
                      <a:r>
                        <a:rPr lang="en-US" sz="1600" dirty="0" smtClean="0">
                          <a:latin typeface="Kruti Dev 050" pitchFamily="2" charset="0"/>
                        </a:rPr>
                        <a:t>-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107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109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110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144 ¼2½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149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151 ¼1½¼3½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,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dq.k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13208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vkMxkao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60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3876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iapoVh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19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44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2352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Egl:G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ljdkjokMk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Hknzdkyh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xaxkiqj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13208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eqacbZukdk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lkriqj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04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01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14732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vacM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03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03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bafnjkuxj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06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23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miuxj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07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07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13208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ukf‘kdjksM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04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06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nsoGkyh</a:t>
                      </a:r>
                      <a:r>
                        <a:rPr lang="en-US" sz="1600" dirty="0" smtClean="0">
                          <a:latin typeface="Kruti Dev 050" pitchFamily="2" charset="0"/>
                        </a:rPr>
                        <a:t> 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dWEi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03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14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19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Kruti Dev 050" pitchFamily="2" charset="0"/>
                        </a:rPr>
                        <a:t>,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dq.k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73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85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188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-381000"/>
            <a:ext cx="800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lvl="0"/>
            <a:r>
              <a:rPr lang="en-US" sz="2400" b="1" dirty="0" err="1" smtClean="0">
                <a:latin typeface="Kruti Dev 050" pitchFamily="2" charset="0"/>
              </a:rPr>
              <a:t>izfrca</a:t>
            </a:r>
            <a:r>
              <a:rPr lang="en-US" sz="2400" b="1" dirty="0" smtClean="0">
                <a:latin typeface="Kruti Dev 050" pitchFamily="2" charset="0"/>
              </a:rPr>
              <a:t>/</a:t>
            </a:r>
            <a:r>
              <a:rPr lang="en-US" sz="2400" b="1" dirty="0" err="1" smtClean="0">
                <a:latin typeface="Kruti Dev 050" pitchFamily="2" charset="0"/>
              </a:rPr>
              <a:t>kkRed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dkjokbZ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vkjk</a:t>
            </a:r>
            <a:r>
              <a:rPr lang="en-US" sz="2400" b="1" dirty="0" smtClean="0">
                <a:latin typeface="Kruti Dev 050" pitchFamily="2" charset="0"/>
              </a:rPr>
              <a:t>[</a:t>
            </a:r>
            <a:r>
              <a:rPr lang="en-US" sz="2400" b="1" dirty="0" err="1" smtClean="0">
                <a:latin typeface="Kruti Dev 050" pitchFamily="2" charset="0"/>
              </a:rPr>
              <a:t>kMk</a:t>
            </a:r>
            <a:r>
              <a:rPr lang="en-US" sz="2400" b="1" dirty="0" smtClean="0">
                <a:latin typeface="Kruti Dev 050" pitchFamily="2" charset="0"/>
              </a:rPr>
              <a:t> ¼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PREVENTIVE ACTION PLAN </a:t>
            </a:r>
            <a:r>
              <a:rPr lang="en-US" sz="2400" b="1" dirty="0" smtClean="0">
                <a:latin typeface="Kruti Dev 050" pitchFamily="2" charset="0"/>
              </a:rPr>
              <a:t>½</a:t>
            </a:r>
            <a:endParaRPr lang="en-US" sz="2400" dirty="0" smtClean="0">
              <a:latin typeface="Kruti Dev 050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 err="1" smtClean="0">
                <a:latin typeface="Kruti Dev 050" pitchFamily="2" charset="0"/>
              </a:rPr>
              <a:t>r;kj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dsysY;k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vkjk</a:t>
            </a:r>
            <a:r>
              <a:rPr lang="en-US" sz="2400" b="1" dirty="0" smtClean="0">
                <a:latin typeface="Kruti Dev 050" pitchFamily="2" charset="0"/>
              </a:rPr>
              <a:t>[</a:t>
            </a:r>
            <a:r>
              <a:rPr lang="en-US" sz="2400" b="1" dirty="0" err="1" smtClean="0">
                <a:latin typeface="Kruti Dev 050" pitchFamily="2" charset="0"/>
              </a:rPr>
              <a:t>kM;kizek.ks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fdrh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izfrca</a:t>
            </a:r>
            <a:r>
              <a:rPr lang="en-US" sz="2400" b="1" dirty="0" smtClean="0">
                <a:latin typeface="Kruti Dev 050" pitchFamily="2" charset="0"/>
              </a:rPr>
              <a:t>/</a:t>
            </a:r>
            <a:r>
              <a:rPr lang="en-US" sz="2400" b="1" dirty="0" err="1" smtClean="0">
                <a:latin typeface="Kruti Dev 050" pitchFamily="2" charset="0"/>
              </a:rPr>
              <a:t>kkRed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dkjokbZ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dj.;kr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vkysyh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vkgs</a:t>
            </a:r>
            <a:r>
              <a:rPr lang="en-US" sz="2400" b="1" dirty="0" smtClean="0">
                <a:latin typeface="Kruti Dev 050" pitchFamily="2" charset="0"/>
              </a:rPr>
              <a:t>- %&amp;</a:t>
            </a:r>
          </a:p>
          <a:p>
            <a:endParaRPr lang="en-US" sz="1200" dirty="0" smtClean="0">
              <a:solidFill>
                <a:srgbClr val="FF0000"/>
              </a:solidFill>
              <a:latin typeface="Kruti Dev 050" pitchFamily="2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66800"/>
          <a:ext cx="8305801" cy="551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981"/>
                <a:gridCol w="994546"/>
                <a:gridCol w="994546"/>
                <a:gridCol w="781727"/>
                <a:gridCol w="914400"/>
                <a:gridCol w="1066800"/>
                <a:gridCol w="914400"/>
                <a:gridCol w="129540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err="1" smtClean="0">
                          <a:latin typeface="Kruti Dev 050" pitchFamily="2" charset="0"/>
                        </a:rPr>
                        <a:t>iksyhl</a:t>
                      </a:r>
                      <a:r>
                        <a:rPr lang="en-US" sz="1500" baseline="0" dirty="0" smtClean="0">
                          <a:latin typeface="Kruti Dev 050" pitchFamily="2" charset="0"/>
                        </a:rPr>
                        <a:t> </a:t>
                      </a:r>
                      <a:r>
                        <a:rPr lang="en-US" sz="1500" dirty="0" err="1" smtClean="0">
                          <a:latin typeface="Kruti Dev 050" pitchFamily="2" charset="0"/>
                        </a:rPr>
                        <a:t>LVs’ku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dirty="0" err="1" smtClean="0">
                          <a:latin typeface="Kruti Dev 050" pitchFamily="2" charset="0"/>
                        </a:rPr>
                        <a:t>egkjk“V</a:t>
                      </a:r>
                      <a:r>
                        <a:rPr lang="en-US" sz="1500" dirty="0" smtClean="0">
                          <a:latin typeface="Kruti Dev 050" pitchFamily="2" charset="0"/>
                        </a:rPr>
                        <a:t>ª </a:t>
                      </a:r>
                      <a:r>
                        <a:rPr lang="en-US" sz="1500" dirty="0" err="1" smtClean="0">
                          <a:latin typeface="Kruti Dev 050" pitchFamily="2" charset="0"/>
                        </a:rPr>
                        <a:t>iksyhl</a:t>
                      </a:r>
                      <a:r>
                        <a:rPr lang="en-US" sz="1500" dirty="0" smtClean="0">
                          <a:latin typeface="Kruti Dev 050" pitchFamily="2" charset="0"/>
                        </a:rPr>
                        <a:t> </a:t>
                      </a:r>
                      <a:r>
                        <a:rPr lang="en-US" sz="1500" dirty="0" err="1" smtClean="0">
                          <a:latin typeface="Kruti Dev 050" pitchFamily="2" charset="0"/>
                        </a:rPr>
                        <a:t>dk;nk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 dirty="0" err="1" smtClean="0">
                          <a:latin typeface="Kruti Dev 050" pitchFamily="2" charset="0"/>
                        </a:rPr>
                        <a:t>eqizksvW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,e-</a:t>
                      </a:r>
                      <a:r>
                        <a:rPr lang="en-US" sz="1500" dirty="0" err="1" smtClean="0">
                          <a:latin typeface="Kruti Dev 050" pitchFamily="2" charset="0"/>
                        </a:rPr>
                        <a:t>ih</a:t>
                      </a:r>
                      <a:r>
                        <a:rPr lang="en-US" sz="1500" dirty="0" smtClean="0">
                          <a:latin typeface="Kruti Dev 050" pitchFamily="2" charset="0"/>
                        </a:rPr>
                        <a:t>-</a:t>
                      </a:r>
                    </a:p>
                    <a:p>
                      <a:pPr algn="ctr"/>
                      <a:r>
                        <a:rPr lang="en-US" sz="1500" dirty="0" err="1" smtClean="0">
                          <a:latin typeface="Kruti Dev 050" pitchFamily="2" charset="0"/>
                        </a:rPr>
                        <a:t>Mh</a:t>
                      </a:r>
                      <a:r>
                        <a:rPr lang="en-US" sz="1500" dirty="0" smtClean="0">
                          <a:latin typeface="Kruti Dev 050" pitchFamily="2" charset="0"/>
                        </a:rPr>
                        <a:t>-,-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110]112@</a:t>
                      </a:r>
                    </a:p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117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122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55@57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,</a:t>
                      </a:r>
                      <a:r>
                        <a:rPr lang="en-US" sz="1500" dirty="0" err="1" smtClean="0">
                          <a:latin typeface="Kruti Dev 050" pitchFamily="2" charset="0"/>
                        </a:rPr>
                        <a:t>dq.k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err="1" smtClean="0">
                          <a:latin typeface="Kruti Dev 050" pitchFamily="2" charset="0"/>
                        </a:rPr>
                        <a:t>izksOgh</a:t>
                      </a:r>
                      <a:r>
                        <a:rPr lang="en-US" sz="1500" dirty="0" smtClean="0">
                          <a:latin typeface="Kruti Dev 050" pitchFamily="2" charset="0"/>
                        </a:rPr>
                        <a:t>-</a:t>
                      </a:r>
                    </a:p>
                    <a:p>
                      <a:pPr algn="ctr"/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err="1" smtClean="0">
                          <a:latin typeface="Kruti Dev 050" pitchFamily="2" charset="0"/>
                        </a:rPr>
                        <a:t>tqxkj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14732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Kruti Dev 050" pitchFamily="2" charset="0"/>
                        </a:rPr>
                        <a:t>vkMxkao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02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02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02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Kruti Dev 050" pitchFamily="2" charset="0"/>
                        </a:rPr>
                        <a:t>iapoVh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Kruti Dev 050" pitchFamily="2" charset="0"/>
                        </a:rPr>
                        <a:t>Egl:G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Kruti Dev 050" pitchFamily="2" charset="0"/>
                        </a:rPr>
                        <a:t>ljdkjokMk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Kruti Dev 050" pitchFamily="2" charset="0"/>
                        </a:rPr>
                        <a:t>Hknzdkyh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Kruti Dev 050" pitchFamily="2" charset="0"/>
                        </a:rPr>
                        <a:t>xaxkiqj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Kruti Dev 050" pitchFamily="2" charset="0"/>
                        </a:rPr>
                        <a:t>eqacbZukdk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16256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Kruti Dev 050" pitchFamily="2" charset="0"/>
                        </a:rPr>
                        <a:t>lkriqj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01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01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01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03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14732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Kruti Dev 050" pitchFamily="2" charset="0"/>
                        </a:rPr>
                        <a:t>vacM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01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01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13208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Kruti Dev 050" pitchFamily="2" charset="0"/>
                        </a:rPr>
                        <a:t>bafnjkuxj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Kruti Dev 050" pitchFamily="2" charset="0"/>
                        </a:rPr>
                        <a:t>miuxj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08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08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Kruti Dev 050" pitchFamily="2" charset="0"/>
                        </a:rPr>
                        <a:t>ukf‘kdjksM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02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02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02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16256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 smtClean="0">
                          <a:latin typeface="Kruti Dev 050" pitchFamily="2" charset="0"/>
                        </a:rPr>
                        <a:t>nsoGkyh</a:t>
                      </a:r>
                      <a:r>
                        <a:rPr lang="en-US" sz="1500" dirty="0" smtClean="0">
                          <a:latin typeface="Kruti Dev 050" pitchFamily="2" charset="0"/>
                        </a:rPr>
                        <a:t> </a:t>
                      </a:r>
                      <a:r>
                        <a:rPr lang="en-US" sz="1500" dirty="0" err="1" smtClean="0">
                          <a:latin typeface="Kruti Dev 050" pitchFamily="2" charset="0"/>
                        </a:rPr>
                        <a:t>dWEi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02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500" dirty="0" smtClean="0">
                          <a:latin typeface="Kruti Dev 050" pitchFamily="2" charset="0"/>
                        </a:rPr>
                        <a:t>,</a:t>
                      </a:r>
                      <a:r>
                        <a:rPr lang="en-US" sz="1500" dirty="0" err="1" smtClean="0">
                          <a:latin typeface="Kruti Dev 050" pitchFamily="2" charset="0"/>
                        </a:rPr>
                        <a:t>dq.k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14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14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07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03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Kruti Dev 050" pitchFamily="2" charset="0"/>
                        </a:rPr>
                        <a:t>&amp;</a:t>
                      </a:r>
                      <a:endParaRPr lang="en-US" sz="15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-304800"/>
            <a:ext cx="800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lvl="0"/>
            <a:r>
              <a:rPr lang="en-US" sz="2400" b="1" dirty="0" err="1" smtClean="0">
                <a:latin typeface="Kruti Dev 050" pitchFamily="2" charset="0"/>
              </a:rPr>
              <a:t>izfrca</a:t>
            </a:r>
            <a:r>
              <a:rPr lang="en-US" sz="2400" b="1" dirty="0" smtClean="0">
                <a:latin typeface="Kruti Dev 050" pitchFamily="2" charset="0"/>
              </a:rPr>
              <a:t>/</a:t>
            </a:r>
            <a:r>
              <a:rPr lang="en-US" sz="2400" b="1" dirty="0" err="1" smtClean="0">
                <a:latin typeface="Kruti Dev 050" pitchFamily="2" charset="0"/>
              </a:rPr>
              <a:t>kkRed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dkjokbZ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vkjk</a:t>
            </a:r>
            <a:r>
              <a:rPr lang="en-US" sz="2400" b="1" dirty="0" smtClean="0">
                <a:latin typeface="Kruti Dev 050" pitchFamily="2" charset="0"/>
              </a:rPr>
              <a:t>[</a:t>
            </a:r>
            <a:r>
              <a:rPr lang="en-US" sz="2400" b="1" dirty="0" err="1" smtClean="0">
                <a:latin typeface="Kruti Dev 050" pitchFamily="2" charset="0"/>
              </a:rPr>
              <a:t>kMk</a:t>
            </a:r>
            <a:r>
              <a:rPr lang="en-US" sz="2400" b="1" dirty="0" smtClean="0">
                <a:latin typeface="Kruti Dev 050" pitchFamily="2" charset="0"/>
              </a:rPr>
              <a:t> ¼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PREVENTIVE ACTION PLAN </a:t>
            </a:r>
            <a:r>
              <a:rPr lang="en-US" sz="2400" b="1" dirty="0" smtClean="0">
                <a:latin typeface="Kruti Dev 050" pitchFamily="2" charset="0"/>
              </a:rPr>
              <a:t>½</a:t>
            </a:r>
            <a:endParaRPr lang="en-US" sz="2400" dirty="0" smtClean="0">
              <a:latin typeface="Kruti Dev 050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 err="1" smtClean="0">
                <a:latin typeface="Kruti Dev 050" pitchFamily="2" charset="0"/>
              </a:rPr>
              <a:t>fdrh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izfrca</a:t>
            </a:r>
            <a:r>
              <a:rPr lang="en-US" sz="2400" b="1" dirty="0" smtClean="0">
                <a:latin typeface="Kruti Dev 050" pitchFamily="2" charset="0"/>
              </a:rPr>
              <a:t>/</a:t>
            </a:r>
            <a:r>
              <a:rPr lang="en-US" sz="2400" b="1" dirty="0" err="1" smtClean="0">
                <a:latin typeface="Kruti Dev 050" pitchFamily="2" charset="0"/>
              </a:rPr>
              <a:t>kkRed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dkjokbZ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dj.ks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ckdh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vkgs</a:t>
            </a:r>
            <a:r>
              <a:rPr lang="en-US" sz="2400" b="1" dirty="0" smtClean="0">
                <a:latin typeface="Kruti Dev 050" pitchFamily="2" charset="0"/>
              </a:rPr>
              <a:t>%&amp;</a:t>
            </a:r>
          </a:p>
          <a:p>
            <a:endParaRPr lang="en-US" sz="1200" dirty="0" smtClean="0">
              <a:solidFill>
                <a:srgbClr val="FF0000"/>
              </a:solidFill>
              <a:latin typeface="Kruti Dev 050" pitchFamily="2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600" y="1143000"/>
          <a:ext cx="8077199" cy="561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804"/>
                <a:gridCol w="905853"/>
                <a:gridCol w="915292"/>
                <a:gridCol w="1009650"/>
                <a:gridCol w="1009650"/>
                <a:gridCol w="819151"/>
                <a:gridCol w="1143000"/>
                <a:gridCol w="106679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Kruti Dev 050" pitchFamily="2" charset="0"/>
                        </a:rPr>
                        <a:t>iksyhl</a:t>
                      </a:r>
                      <a:r>
                        <a:rPr lang="en-US" sz="1600" baseline="0" dirty="0" smtClean="0">
                          <a:latin typeface="Kruti Dev 050" pitchFamily="2" charset="0"/>
                        </a:rPr>
                        <a:t> 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LVs’ku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Kruti Dev 050" pitchFamily="2" charset="0"/>
                        </a:rPr>
                        <a:t>Lh-vkj-ih-lh</a:t>
                      </a:r>
                      <a:r>
                        <a:rPr lang="en-US" sz="1600" dirty="0" smtClean="0">
                          <a:latin typeface="Kruti Dev 050" pitchFamily="2" charset="0"/>
                        </a:rPr>
                        <a:t>-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107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109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110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144 ¼2½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149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151 ¼1½¼3½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,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dq.k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vkMxkao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3876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iapoVh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11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80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106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Egl:G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ljdkjokMk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32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Hknzdkyh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17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60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114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xaxkiqj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13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08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34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55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14732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eqacbZukdk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13208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lkriqj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08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40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50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vacM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18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bafnjkuxj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35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37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miuxj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62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10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72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ukf‘kdjksM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06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21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Kruti Dev 050" pitchFamily="2" charset="0"/>
                        </a:rPr>
                        <a:t>nsoGkyh</a:t>
                      </a:r>
                      <a:r>
                        <a:rPr lang="en-US" sz="1600" dirty="0" smtClean="0">
                          <a:latin typeface="Kruti Dev 050" pitchFamily="2" charset="0"/>
                        </a:rPr>
                        <a:t> 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dWEi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03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29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34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Kruti Dev 050" pitchFamily="2" charset="0"/>
                        </a:rPr>
                        <a:t>,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dq.k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-381000"/>
            <a:ext cx="800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lvl="0"/>
            <a:r>
              <a:rPr lang="en-US" sz="2400" b="1" dirty="0" err="1" smtClean="0">
                <a:latin typeface="Kruti Dev 050" pitchFamily="2" charset="0"/>
              </a:rPr>
              <a:t>izfrca</a:t>
            </a:r>
            <a:r>
              <a:rPr lang="en-US" sz="2400" b="1" dirty="0" smtClean="0">
                <a:latin typeface="Kruti Dev 050" pitchFamily="2" charset="0"/>
              </a:rPr>
              <a:t>/</a:t>
            </a:r>
            <a:r>
              <a:rPr lang="en-US" sz="2400" b="1" dirty="0" err="1" smtClean="0">
                <a:latin typeface="Kruti Dev 050" pitchFamily="2" charset="0"/>
              </a:rPr>
              <a:t>kkRed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dkjokbZ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vkjk</a:t>
            </a:r>
            <a:r>
              <a:rPr lang="en-US" sz="2400" b="1" dirty="0" smtClean="0">
                <a:latin typeface="Kruti Dev 050" pitchFamily="2" charset="0"/>
              </a:rPr>
              <a:t>[</a:t>
            </a:r>
            <a:r>
              <a:rPr lang="en-US" sz="2400" b="1" dirty="0" err="1" smtClean="0">
                <a:latin typeface="Kruti Dev 050" pitchFamily="2" charset="0"/>
              </a:rPr>
              <a:t>kMk</a:t>
            </a:r>
            <a:r>
              <a:rPr lang="en-US" sz="2400" b="1" dirty="0" smtClean="0">
                <a:latin typeface="Kruti Dev 050" pitchFamily="2" charset="0"/>
              </a:rPr>
              <a:t> ¼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PREVENTIVE ACTION PLAN </a:t>
            </a:r>
            <a:r>
              <a:rPr lang="en-US" sz="2400" b="1" dirty="0" smtClean="0">
                <a:latin typeface="Kruti Dev 050" pitchFamily="2" charset="0"/>
              </a:rPr>
              <a:t>½</a:t>
            </a:r>
            <a:endParaRPr lang="en-US" sz="2400" dirty="0" smtClean="0">
              <a:latin typeface="Kruti Dev 050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 err="1" smtClean="0">
                <a:latin typeface="Kruti Dev 050" pitchFamily="2" charset="0"/>
              </a:rPr>
              <a:t>fdrh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izfrca</a:t>
            </a:r>
            <a:r>
              <a:rPr lang="en-US" sz="2400" b="1" dirty="0" smtClean="0">
                <a:latin typeface="Kruti Dev 050" pitchFamily="2" charset="0"/>
              </a:rPr>
              <a:t>/</a:t>
            </a:r>
            <a:r>
              <a:rPr lang="en-US" sz="2400" b="1" dirty="0" err="1" smtClean="0">
                <a:latin typeface="Kruti Dev 050" pitchFamily="2" charset="0"/>
              </a:rPr>
              <a:t>kkRed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dkjokbZ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dj.ks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ckdh</a:t>
            </a:r>
            <a:r>
              <a:rPr lang="en-US" sz="2400" b="1" dirty="0" smtClean="0">
                <a:latin typeface="Kruti Dev 050" pitchFamily="2" charset="0"/>
              </a:rPr>
              <a:t> </a:t>
            </a:r>
            <a:r>
              <a:rPr lang="en-US" sz="2400" b="1" dirty="0" err="1" smtClean="0">
                <a:latin typeface="Kruti Dev 050" pitchFamily="2" charset="0"/>
              </a:rPr>
              <a:t>vkgs</a:t>
            </a:r>
            <a:r>
              <a:rPr lang="en-US" sz="2400" b="1" dirty="0" smtClean="0">
                <a:latin typeface="Kruti Dev 050" pitchFamily="2" charset="0"/>
              </a:rPr>
              <a:t> %&amp;</a:t>
            </a:r>
          </a:p>
          <a:p>
            <a:endParaRPr lang="en-US" sz="1200" dirty="0" smtClean="0">
              <a:solidFill>
                <a:srgbClr val="FF0000"/>
              </a:solidFill>
              <a:latin typeface="Kruti Dev 050" pitchFamily="2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990600"/>
          <a:ext cx="8305801" cy="569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981"/>
                <a:gridCol w="994546"/>
                <a:gridCol w="994546"/>
                <a:gridCol w="781727"/>
                <a:gridCol w="914400"/>
                <a:gridCol w="1066800"/>
                <a:gridCol w="914400"/>
                <a:gridCol w="129540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Kruti Dev 050" pitchFamily="2" charset="0"/>
                        </a:rPr>
                        <a:t>iksyhl</a:t>
                      </a:r>
                      <a:r>
                        <a:rPr lang="en-US" sz="1600" baseline="0" dirty="0" smtClean="0">
                          <a:latin typeface="Kruti Dev 050" pitchFamily="2" charset="0"/>
                        </a:rPr>
                        <a:t> 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LVs’ku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Kruti Dev 050" pitchFamily="2" charset="0"/>
                        </a:rPr>
                        <a:t>egkjk“V</a:t>
                      </a:r>
                      <a:r>
                        <a:rPr lang="en-US" sz="1600" dirty="0" smtClean="0">
                          <a:latin typeface="Kruti Dev 050" pitchFamily="2" charset="0"/>
                        </a:rPr>
                        <a:t>ª 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iksyhl</a:t>
                      </a:r>
                      <a:r>
                        <a:rPr lang="en-US" sz="1600" dirty="0" smtClean="0">
                          <a:latin typeface="Kruti Dev 050" pitchFamily="2" charset="0"/>
                        </a:rPr>
                        <a:t> 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dk;nk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Kruti Dev 050" pitchFamily="2" charset="0"/>
                        </a:rPr>
                        <a:t>eqizksvW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,e-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ih</a:t>
                      </a:r>
                      <a:r>
                        <a:rPr lang="en-US" sz="1600" dirty="0" smtClean="0">
                          <a:latin typeface="Kruti Dev 050" pitchFamily="2" charset="0"/>
                        </a:rPr>
                        <a:t>-</a:t>
                      </a:r>
                    </a:p>
                    <a:p>
                      <a:pPr algn="ctr"/>
                      <a:r>
                        <a:rPr lang="en-US" sz="1600" dirty="0" err="1" smtClean="0">
                          <a:latin typeface="Kruti Dev 050" pitchFamily="2" charset="0"/>
                        </a:rPr>
                        <a:t>Mh</a:t>
                      </a:r>
                      <a:r>
                        <a:rPr lang="en-US" sz="1600" dirty="0" smtClean="0">
                          <a:latin typeface="Kruti Dev 050" pitchFamily="2" charset="0"/>
                        </a:rPr>
                        <a:t>-,-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110]112@</a:t>
                      </a:r>
                    </a:p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117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122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55@57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,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dq.k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 smtClean="0">
                          <a:latin typeface="Kruti Dev 050" pitchFamily="2" charset="0"/>
                        </a:rPr>
                        <a:t>izksOgh</a:t>
                      </a:r>
                      <a:r>
                        <a:rPr lang="en-US" sz="1600" dirty="0" smtClean="0">
                          <a:latin typeface="Kruti Dev 050" pitchFamily="2" charset="0"/>
                        </a:rPr>
                        <a:t>-</a:t>
                      </a:r>
                    </a:p>
                    <a:p>
                      <a:pPr algn="ctr"/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Kruti Dev 050" pitchFamily="2" charset="0"/>
                        </a:rPr>
                        <a:t>tqxkj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>
                          <a:latin typeface="Kruti Dev 050" pitchFamily="2" charset="0"/>
                        </a:rPr>
                        <a:t>vkMxkao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>
                          <a:latin typeface="Kruti Dev 050" pitchFamily="2" charset="0"/>
                        </a:rPr>
                        <a:t>iapoVh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04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04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01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>
                          <a:latin typeface="Kruti Dev 050" pitchFamily="2" charset="0"/>
                        </a:rPr>
                        <a:t>Egl:G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01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>
                          <a:latin typeface="Kruti Dev 050" pitchFamily="2" charset="0"/>
                        </a:rPr>
                        <a:t>ljdkjokMk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>
                          <a:latin typeface="Kruti Dev 050" pitchFamily="2" charset="0"/>
                        </a:rPr>
                        <a:t>Hknzdkyh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19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41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06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>
                          <a:latin typeface="Kruti Dev 050" pitchFamily="2" charset="0"/>
                        </a:rPr>
                        <a:t>xaxkiqj</a:t>
                      </a:r>
                      <a:r>
                        <a:rPr lang="en-US" sz="1600" dirty="0" smtClean="0">
                          <a:latin typeface="Kruti Dev 050" pitchFamily="2" charset="0"/>
                        </a:rPr>
                        <a:t> 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22352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>
                          <a:latin typeface="Kruti Dev 050" pitchFamily="2" charset="0"/>
                        </a:rPr>
                        <a:t>eqacbZukdk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>
                          <a:latin typeface="Kruti Dev 050" pitchFamily="2" charset="0"/>
                        </a:rPr>
                        <a:t>lkriqj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01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>
                          <a:latin typeface="Kruti Dev 050" pitchFamily="2" charset="0"/>
                        </a:rPr>
                        <a:t>vacM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08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08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13208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>
                          <a:latin typeface="Kruti Dev 050" pitchFamily="2" charset="0"/>
                        </a:rPr>
                        <a:t>bafnjkuxj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01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>
                          <a:latin typeface="Kruti Dev 050" pitchFamily="2" charset="0"/>
                        </a:rPr>
                        <a:t>miuxj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14732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>
                          <a:latin typeface="Kruti Dev 050" pitchFamily="2" charset="0"/>
                        </a:rPr>
                        <a:t>ukf‘kdjksM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>
                          <a:latin typeface="Kruti Dev 050" pitchFamily="2" charset="0"/>
                        </a:rPr>
                        <a:t>nsoGkyh</a:t>
                      </a:r>
                      <a:r>
                        <a:rPr lang="en-US" sz="1600" dirty="0" smtClean="0">
                          <a:latin typeface="Kruti Dev 050" pitchFamily="2" charset="0"/>
                        </a:rPr>
                        <a:t> 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dWEi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01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01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latin typeface="Kruti Dev 050" pitchFamily="2" charset="0"/>
                        </a:rPr>
                        <a:t>,</a:t>
                      </a:r>
                      <a:r>
                        <a:rPr lang="en-US" sz="1600" dirty="0" err="1" smtClean="0">
                          <a:latin typeface="Kruti Dev 050" pitchFamily="2" charset="0"/>
                        </a:rPr>
                        <a:t>dq.k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22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&amp;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35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55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13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01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Kruti Dev 050" pitchFamily="2" charset="0"/>
                        </a:rPr>
                        <a:t>05</a:t>
                      </a:r>
                      <a:endParaRPr lang="en-US" sz="1600" dirty="0">
                        <a:latin typeface="Kruti Dev 050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8001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lvl="0"/>
            <a:r>
              <a:rPr lang="en-US" sz="2800" b="1" dirty="0" err="1" smtClean="0">
                <a:solidFill>
                  <a:srgbClr val="FF0000"/>
                </a:solidFill>
                <a:latin typeface="Kruti Dev 050" pitchFamily="2" charset="0"/>
              </a:rPr>
              <a:t>x.kirh</a:t>
            </a:r>
            <a:r>
              <a:rPr lang="en-US" sz="2800" b="1" dirty="0" smtClean="0">
                <a:solidFill>
                  <a:srgbClr val="FF0000"/>
                </a:solidFill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Kruti Dev 050" pitchFamily="2" charset="0"/>
              </a:rPr>
              <a:t>eaMG</a:t>
            </a:r>
            <a:r>
              <a:rPr lang="en-US" sz="2800" b="1" dirty="0" smtClean="0">
                <a:solidFill>
                  <a:srgbClr val="FF0000"/>
                </a:solidFill>
                <a:latin typeface="Kruti Dev 050" pitchFamily="2" charset="0"/>
              </a:rPr>
              <a:t> o ?</a:t>
            </a:r>
            <a:r>
              <a:rPr lang="en-US" sz="2800" b="1" dirty="0" err="1" smtClean="0">
                <a:solidFill>
                  <a:srgbClr val="FF0000"/>
                </a:solidFill>
                <a:latin typeface="Kruti Dev 050" pitchFamily="2" charset="0"/>
              </a:rPr>
              <a:t>kjxqrh</a:t>
            </a:r>
            <a:r>
              <a:rPr lang="en-US" sz="2800" b="1" dirty="0" smtClean="0">
                <a:solidFill>
                  <a:srgbClr val="FF0000"/>
                </a:solidFill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Kruti Dev 050" pitchFamily="2" charset="0"/>
              </a:rPr>
              <a:t>x.kirh</a:t>
            </a:r>
            <a:r>
              <a:rPr lang="en-US" sz="2800" b="1" dirty="0" smtClean="0">
                <a:solidFill>
                  <a:srgbClr val="FF0000"/>
                </a:solidFill>
                <a:latin typeface="Kruti Dev 050" pitchFamily="2" charset="0"/>
              </a:rPr>
              <a:t> %&amp;</a:t>
            </a:r>
            <a:endParaRPr lang="en-US" sz="1200" dirty="0" smtClean="0">
              <a:solidFill>
                <a:srgbClr val="FF0000"/>
              </a:solidFill>
              <a:latin typeface="Kruti Dev 050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599" y="1219200"/>
          <a:ext cx="8077202" cy="5029201"/>
        </p:xfrm>
        <a:graphic>
          <a:graphicData uri="http://schemas.openxmlformats.org/drawingml/2006/table">
            <a:tbl>
              <a:tblPr/>
              <a:tblGrid>
                <a:gridCol w="2314993"/>
                <a:gridCol w="3133833"/>
                <a:gridCol w="2628376"/>
              </a:tblGrid>
              <a:tr h="3153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 err="1">
                          <a:latin typeface="Kruti Dev 050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IN" sz="1600" b="1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1600" b="1" dirty="0" err="1">
                          <a:latin typeface="Kruti Dev 050"/>
                          <a:ea typeface="Times New Roman"/>
                          <a:cs typeface="Times New Roman"/>
                        </a:rPr>
                        <a:t>LVs’ku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 err="1">
                          <a:latin typeface="Kruti Dev 050"/>
                          <a:ea typeface="Times New Roman"/>
                          <a:cs typeface="Times New Roman"/>
                        </a:rPr>
                        <a:t>lkoZtfud</a:t>
                      </a:r>
                      <a:r>
                        <a:rPr lang="en-IN" sz="1600" b="1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1600" b="1" dirty="0" err="1">
                          <a:latin typeface="Kruti Dev 050"/>
                          <a:ea typeface="Times New Roman"/>
                          <a:cs typeface="Times New Roman"/>
                        </a:rPr>
                        <a:t>x.kirh</a:t>
                      </a:r>
                      <a:r>
                        <a:rPr lang="en-IN" sz="1600" b="1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1600" b="1" dirty="0" err="1">
                          <a:latin typeface="Kruti Dev 050"/>
                          <a:ea typeface="Times New Roman"/>
                          <a:cs typeface="Times New Roman"/>
                        </a:rPr>
                        <a:t>mRlo</a:t>
                      </a:r>
                      <a:r>
                        <a:rPr lang="en-IN" sz="1600" b="1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1600" b="1" dirty="0" err="1">
                          <a:latin typeface="Kruti Dev 050"/>
                          <a:ea typeface="Times New Roman"/>
                          <a:cs typeface="Times New Roman"/>
                        </a:rPr>
                        <a:t>eaMGkaph</a:t>
                      </a:r>
                      <a:r>
                        <a:rPr lang="en-IN" sz="1600" b="1" dirty="0">
                          <a:latin typeface="Kruti Dev 050"/>
                          <a:ea typeface="Times New Roman"/>
                          <a:cs typeface="Times New Roman"/>
                        </a:rPr>
                        <a:t> la[;k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0"/>
                          <a:ea typeface="Times New Roman"/>
                          <a:cs typeface="Times New Roman"/>
                        </a:rPr>
                        <a:t>?kjxqrh x.kirhaph la[;k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vkMxkao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35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7500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iapoVh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30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7552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Egl:G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40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2300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Hknzdkyh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60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rs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 35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3500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rs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 3600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ljdkjokMk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22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3100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xaxkiqj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12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14450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eqacbZukdk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20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rs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 25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1500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rs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 1700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lkriqj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11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13750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vacM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73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5546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bafnjkuxj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13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6000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miuxj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15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2150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ukf’kdjksM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40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3000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nsoGkyh</a:t>
                      </a:r>
                      <a:r>
                        <a:rPr lang="en-US" sz="16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dWEi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40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5684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8001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lvl="0" algn="ctr"/>
            <a:r>
              <a:rPr lang="en-US" sz="2800" b="1" dirty="0" err="1" smtClean="0">
                <a:solidFill>
                  <a:srgbClr val="FF0000"/>
                </a:solidFill>
                <a:latin typeface="Kruti Dev 050" pitchFamily="2" charset="0"/>
              </a:rPr>
              <a:t>laosnuf’ky</a:t>
            </a:r>
            <a:r>
              <a:rPr lang="en-US" sz="2800" b="1" dirty="0" smtClean="0">
                <a:solidFill>
                  <a:srgbClr val="FF0000"/>
                </a:solidFill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Kruti Dev 050" pitchFamily="2" charset="0"/>
              </a:rPr>
              <a:t>fBdk.ks</a:t>
            </a:r>
            <a:endParaRPr lang="en-US" sz="1200" dirty="0" smtClean="0">
              <a:solidFill>
                <a:srgbClr val="FF0000"/>
              </a:solidFill>
              <a:latin typeface="Kruti Dev 050" pitchFamily="2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1" y="1524000"/>
          <a:ext cx="8077198" cy="4800601"/>
        </p:xfrm>
        <a:graphic>
          <a:graphicData uri="http://schemas.openxmlformats.org/drawingml/2006/table">
            <a:tbl>
              <a:tblPr/>
              <a:tblGrid>
                <a:gridCol w="635444"/>
                <a:gridCol w="902958"/>
                <a:gridCol w="6538796"/>
              </a:tblGrid>
              <a:tr h="4000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Kruti Dev 050"/>
                          <a:ea typeface="Times New Roman"/>
                          <a:cs typeface="Times New Roman"/>
                        </a:rPr>
                        <a:t>v-</a:t>
                      </a:r>
                      <a:r>
                        <a:rPr lang="en-US" sz="1800" b="1" dirty="0" err="1">
                          <a:latin typeface="Kruti Dev 050"/>
                          <a:ea typeface="Times New Roman"/>
                          <a:cs typeface="Times New Roman"/>
                        </a:rPr>
                        <a:t>dz</a:t>
                      </a:r>
                      <a:r>
                        <a:rPr lang="en-US" sz="1800" b="1" dirty="0">
                          <a:latin typeface="Kruti Dev 050"/>
                          <a:ea typeface="Times New Roman"/>
                          <a:cs typeface="Times New Roman"/>
                        </a:rPr>
                        <a:t>-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Kruti Dev 050"/>
                          <a:ea typeface="Times New Roman"/>
                          <a:cs typeface="Times New Roman"/>
                        </a:rPr>
                        <a:t>iks-LVs-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Kruti Dev 050"/>
                          <a:ea typeface="Times New Roman"/>
                          <a:cs typeface="Times New Roman"/>
                        </a:rPr>
                        <a:t>laosnuf’ky fBdk.ks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Kruti Dev 050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0"/>
                          <a:ea typeface="Times New Roman"/>
                          <a:cs typeface="Times New Roman"/>
                        </a:rPr>
                        <a:t>Hknzdkyh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nq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kcktkj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dFkMk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tqus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‘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kkyhekj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xk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-e-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iqrGk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froa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kk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cMh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nxkZ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ch-Mh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Hkkysdj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eSnku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Onkjdk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oMkGkukdk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Kruti Dev 050"/>
                          <a:ea typeface="Times New Roman"/>
                          <a:cs typeface="Times New Roman"/>
                        </a:rPr>
                        <a:t>2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0"/>
                          <a:ea typeface="Times New Roman"/>
                          <a:cs typeface="Times New Roman"/>
                        </a:rPr>
                        <a:t>ljdkjokMk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jfookj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dkjatk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v’kksdLRkaHk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esgsj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flXuy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fl-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ch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-,l-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flXuy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Kruti Dev 050"/>
                          <a:ea typeface="Times New Roman"/>
                          <a:cs typeface="Times New Roman"/>
                        </a:rPr>
                        <a:t>3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0"/>
                          <a:ea typeface="Times New Roman"/>
                          <a:cs typeface="Times New Roman"/>
                        </a:rPr>
                        <a:t>iapoVh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ekysxko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LVW.M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isB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jksM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dkjatk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ljnkj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pkSd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Kruti Dev 050"/>
                          <a:ea typeface="Times New Roman"/>
                          <a:cs typeface="Times New Roman"/>
                        </a:rPr>
                        <a:t>4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0"/>
                          <a:ea typeface="Times New Roman"/>
                          <a:cs typeface="Times New Roman"/>
                        </a:rPr>
                        <a:t>eqacbZukdk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Kruti Dev 050"/>
                          <a:ea typeface="Times New Roman"/>
                          <a:cs typeface="Times New Roman"/>
                        </a:rPr>
                        <a:t>Hkkjr uxj] Onkjdk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Kruti Dev 050"/>
                          <a:ea typeface="Times New Roman"/>
                          <a:cs typeface="Times New Roman"/>
                        </a:rPr>
                        <a:t>5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0"/>
                          <a:ea typeface="Times New Roman"/>
                          <a:cs typeface="Times New Roman"/>
                        </a:rPr>
                        <a:t>xaxkiwj</a:t>
                      </a:r>
                      <a:r>
                        <a:rPr lang="en-US" sz="1800" b="1" dirty="0">
                          <a:latin typeface="Kruti Dev 050"/>
                          <a:ea typeface="Times New Roman"/>
                          <a:cs typeface="Times New Roman"/>
                        </a:rPr>
                        <a:t> 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uo’;k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x.kirh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vkuanoyh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nxkZ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Kruti Dev 050"/>
                          <a:ea typeface="Times New Roman"/>
                          <a:cs typeface="Times New Roman"/>
                        </a:rPr>
                        <a:t>6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0"/>
                          <a:ea typeface="Times New Roman"/>
                          <a:cs typeface="Times New Roman"/>
                        </a:rPr>
                        <a:t>ukf’kdjksM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Kruti Dev 050"/>
                          <a:ea typeface="Times New Roman"/>
                          <a:cs typeface="Times New Roman"/>
                        </a:rPr>
                        <a:t>fcVdks pkSd] tsyjksM] flUuj QkVk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Kruti Dev 050"/>
                          <a:ea typeface="Times New Roman"/>
                          <a:cs typeface="Times New Roman"/>
                        </a:rPr>
                        <a:t>7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0"/>
                          <a:ea typeface="Times New Roman"/>
                          <a:cs typeface="Times New Roman"/>
                        </a:rPr>
                        <a:t>miuxj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Kruti Dev 050"/>
                          <a:ea typeface="Times New Roman"/>
                          <a:cs typeface="Times New Roman"/>
                        </a:rPr>
                        <a:t>nsoGkyh xko] nRr eafnj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Kruti Dev 050"/>
                          <a:ea typeface="Times New Roman"/>
                          <a:cs typeface="Times New Roman"/>
                        </a:rPr>
                        <a:t>8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Kruti Dev 050"/>
                          <a:ea typeface="Times New Roman"/>
                          <a:cs typeface="Times New Roman"/>
                        </a:rPr>
                        <a:t>ns- </a:t>
                      </a:r>
                      <a:r>
                        <a:rPr lang="en-US" sz="1800" b="1" dirty="0" err="1">
                          <a:latin typeface="Kruti Dev 050"/>
                          <a:ea typeface="Times New Roman"/>
                          <a:cs typeface="Times New Roman"/>
                        </a:rPr>
                        <a:t>dWEi</a:t>
                      </a:r>
                      <a:r>
                        <a:rPr lang="en-US" sz="1800" b="1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Kruti Dev 050"/>
                          <a:ea typeface="Times New Roman"/>
                          <a:cs typeface="Times New Roman"/>
                        </a:rPr>
                        <a:t>Hkxwj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Kruti Dev 050"/>
                          <a:ea typeface="Times New Roman"/>
                          <a:cs typeface="Times New Roman"/>
                        </a:rPr>
                        <a:t>9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0"/>
                          <a:ea typeface="Times New Roman"/>
                          <a:cs typeface="Times New Roman"/>
                        </a:rPr>
                        <a:t>vacM</a:t>
                      </a:r>
                      <a:r>
                        <a:rPr lang="en-US" sz="1800" b="1" dirty="0">
                          <a:latin typeface="Kruti Dev 050"/>
                          <a:ea typeface="Times New Roman"/>
                          <a:cs typeface="Times New Roman"/>
                        </a:rPr>
                        <a:t> 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Kruti Dev 050"/>
                          <a:ea typeface="Times New Roman"/>
                          <a:cs typeface="Times New Roman"/>
                        </a:rPr>
                        <a:t>iouuxj] mRreuxj] f=eqrhZ pkSd] LVsV cWd pkSd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Kruti Dev 050"/>
                          <a:ea typeface="Times New Roman"/>
                          <a:cs typeface="Times New Roman"/>
                        </a:rPr>
                        <a:t>10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0"/>
                          <a:ea typeface="Times New Roman"/>
                          <a:cs typeface="Times New Roman"/>
                        </a:rPr>
                        <a:t>lkriwj</a:t>
                      </a:r>
                      <a:r>
                        <a:rPr lang="en-US" sz="1800" b="1" dirty="0">
                          <a:latin typeface="Kruti Dev 050"/>
                          <a:ea typeface="Times New Roman"/>
                          <a:cs typeface="Times New Roman"/>
                        </a:rPr>
                        <a:t> 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Vkmu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pkSdh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efgaanzk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vW.M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efgaanzk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 &gt;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ksiMiV~Vh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Lokjckckuxj</a:t>
                      </a:r>
                      <a:r>
                        <a:rPr lang="en-US" sz="1800" dirty="0">
                          <a:latin typeface="Kruti Dev 05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0"/>
                          <a:ea typeface="Times New Roman"/>
                          <a:cs typeface="Times New Roman"/>
                        </a:rPr>
                        <a:t>v’kksduxj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8001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lvl="0" algn="ctr"/>
            <a:r>
              <a:rPr lang="en-US" sz="2800" b="1" dirty="0" err="1" smtClean="0">
                <a:solidFill>
                  <a:srgbClr val="FF0000"/>
                </a:solidFill>
                <a:latin typeface="Kruti Dev 050" pitchFamily="2" charset="0"/>
              </a:rPr>
              <a:t>x.kirh</a:t>
            </a:r>
            <a:r>
              <a:rPr lang="en-US" sz="2800" b="1" dirty="0" smtClean="0">
                <a:solidFill>
                  <a:srgbClr val="FF0000"/>
                </a:solidFill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Kruti Dev 050" pitchFamily="2" charset="0"/>
              </a:rPr>
              <a:t>mRlokP;k</a:t>
            </a:r>
            <a:r>
              <a:rPr lang="en-US" sz="2800" b="1" dirty="0" smtClean="0">
                <a:solidFill>
                  <a:srgbClr val="FF0000"/>
                </a:solidFill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Kruti Dev 050" pitchFamily="2" charset="0"/>
              </a:rPr>
              <a:t>vuq”kaxkus</a:t>
            </a:r>
            <a:r>
              <a:rPr lang="en-US" sz="2800" b="1" dirty="0" smtClean="0">
                <a:solidFill>
                  <a:srgbClr val="FF0000"/>
                </a:solidFill>
                <a:latin typeface="Kruti Dev 050" pitchFamily="2" charset="0"/>
              </a:rPr>
              <a:t> ?</a:t>
            </a:r>
            <a:r>
              <a:rPr lang="en-US" sz="2800" b="1" dirty="0" err="1" smtClean="0">
                <a:solidFill>
                  <a:srgbClr val="FF0000"/>
                </a:solidFill>
                <a:latin typeface="Kruti Dev 050" pitchFamily="2" charset="0"/>
              </a:rPr>
              <a:t>ks.;kr</a:t>
            </a:r>
            <a:r>
              <a:rPr lang="en-US" sz="2800" b="1" dirty="0" smtClean="0">
                <a:solidFill>
                  <a:srgbClr val="FF0000"/>
                </a:solidFill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Kruti Dev 050" pitchFamily="2" charset="0"/>
              </a:rPr>
              <a:t>vkysY;k</a:t>
            </a:r>
            <a:r>
              <a:rPr lang="en-US" sz="2800" b="1" dirty="0" smtClean="0">
                <a:solidFill>
                  <a:srgbClr val="FF0000"/>
                </a:solidFill>
                <a:latin typeface="Kruti Dev 050" pitchFamily="2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Kruti Dev 050" pitchFamily="2" charset="0"/>
              </a:rPr>
              <a:t>cSBdk</a:t>
            </a:r>
            <a:r>
              <a:rPr lang="en-US" sz="2800" b="1" dirty="0" smtClean="0">
                <a:solidFill>
                  <a:srgbClr val="FF0000"/>
                </a:solidFill>
                <a:latin typeface="Kruti Dev 050" pitchFamily="2" charset="0"/>
              </a:rPr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5400"/>
          <a:ext cx="8077201" cy="5391808"/>
        </p:xfrm>
        <a:graphic>
          <a:graphicData uri="http://schemas.openxmlformats.org/drawingml/2006/table">
            <a:tbl>
              <a:tblPr/>
              <a:tblGrid>
                <a:gridCol w="1402334"/>
                <a:gridCol w="1898357"/>
                <a:gridCol w="1592170"/>
                <a:gridCol w="1592170"/>
                <a:gridCol w="1592170"/>
              </a:tblGrid>
              <a:tr h="3153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 err="1">
                          <a:latin typeface="Kruti Dev 050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IN" sz="1600" b="1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1600" b="1" dirty="0" err="1">
                          <a:latin typeface="Kruti Dev 050"/>
                          <a:ea typeface="Times New Roman"/>
                          <a:cs typeface="Times New Roman"/>
                        </a:rPr>
                        <a:t>LVs’ku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 err="1" smtClean="0">
                          <a:latin typeface="Kruti Dev 050"/>
                          <a:ea typeface="Times New Roman"/>
                          <a:cs typeface="Times New Roman"/>
                        </a:rPr>
                        <a:t>ftYgk</a:t>
                      </a:r>
                      <a:r>
                        <a:rPr lang="en-IN" sz="1600" b="1" dirty="0" smtClean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1600" b="1" dirty="0" err="1" smtClean="0">
                          <a:latin typeface="Kruti Dev 050"/>
                          <a:ea typeface="Times New Roman"/>
                          <a:cs typeface="Times New Roman"/>
                        </a:rPr>
                        <a:t>iz’kkluklkscr</a:t>
                      </a:r>
                      <a:r>
                        <a:rPr lang="en-IN" sz="1600" b="1" dirty="0" smtClean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1600" b="1" dirty="0" err="1" smtClean="0">
                          <a:latin typeface="Kruti Dev 050"/>
                          <a:ea typeface="Times New Roman"/>
                          <a:cs typeface="Times New Roman"/>
                        </a:rPr>
                        <a:t>cSBdk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 err="1" smtClean="0">
                          <a:latin typeface="Kruti Dev 050"/>
                          <a:ea typeface="Times New Roman"/>
                          <a:cs typeface="Times New Roman"/>
                        </a:rPr>
                        <a:t>eksgYyk</a:t>
                      </a:r>
                      <a:r>
                        <a:rPr lang="en-IN" sz="1600" b="1" dirty="0" smtClean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1600" b="1" dirty="0" err="1" smtClean="0">
                          <a:latin typeface="Kruti Dev 050"/>
                          <a:ea typeface="Times New Roman"/>
                          <a:cs typeface="Times New Roman"/>
                        </a:rPr>
                        <a:t>dfeVh</a:t>
                      </a:r>
                      <a:r>
                        <a:rPr lang="en-IN" sz="1600" b="1" dirty="0" smtClean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1600" b="1" dirty="0" err="1" smtClean="0">
                          <a:latin typeface="Kruti Dev 050"/>
                          <a:ea typeface="Times New Roman"/>
                          <a:cs typeface="Times New Roman"/>
                        </a:rPr>
                        <a:t>cSBd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1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‘</a:t>
                      </a:r>
                      <a:r>
                        <a:rPr kumimoji="0" lang="en-US" sz="1600" b="1" kern="1200" dirty="0" err="1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kkarrk</a:t>
                      </a:r>
                      <a:r>
                        <a:rPr kumimoji="0" lang="en-US" sz="1600" b="1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b="1" kern="1200" dirty="0" err="1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lferh</a:t>
                      </a:r>
                      <a:r>
                        <a:rPr kumimoji="0" lang="en-US" sz="1600" b="1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b="1" kern="1200" dirty="0" err="1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cSBd</a:t>
                      </a:r>
                      <a:endParaRPr kumimoji="0" lang="en-US" sz="1600" b="1" kern="1200" dirty="0" smtClean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1" kern="1200" dirty="0" err="1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x.kirh</a:t>
                      </a:r>
                      <a:r>
                        <a:rPr kumimoji="0" lang="en-US" sz="1600" b="1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b="1" kern="1200" dirty="0" err="1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eaMGkalkscr</a:t>
                      </a:r>
                      <a:r>
                        <a:rPr kumimoji="0" lang="en-US" sz="1600" b="1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b="1" kern="1200" dirty="0" err="1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cSBd</a:t>
                      </a:r>
                      <a:endParaRPr kumimoji="0" lang="en-US" sz="1600" b="1" kern="1200" dirty="0" smtClean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vkMxkao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iapoVh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Egl:G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Hknzdkyh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ljdkjokMk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xaxkiqj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eqacbZukdk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lkriqj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vacM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bafnjkuxj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02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miuxj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ukf’kdjksM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nsoGkyh</a:t>
                      </a:r>
                      <a:r>
                        <a:rPr lang="en-US" sz="1600" dirty="0">
                          <a:latin typeface="Kruti Dev 05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dWEi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02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607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,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dq.k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03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06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Kruti Dev 05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Kruti Dev 050"/>
                          <a:ea typeface="Times New Roman"/>
                          <a:cs typeface="Times New Roman"/>
                        </a:rPr>
                        <a:t>04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304800"/>
            <a:ext cx="8001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 </a:t>
            </a:r>
          </a:p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&amp;% </a:t>
            </a:r>
            <a:r>
              <a:rPr lang="en-US" sz="2800" b="1" dirty="0" err="1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foltZu</a:t>
            </a:r>
            <a:r>
              <a:rPr lang="en-US" sz="2800" b="1" dirty="0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 ?</a:t>
            </a:r>
            <a:r>
              <a:rPr lang="en-US" sz="2800" b="1" dirty="0" err="1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kkV</a:t>
            </a:r>
            <a:r>
              <a:rPr lang="en-US" sz="2800" b="1" dirty="0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 %&amp;</a:t>
            </a:r>
          </a:p>
          <a:p>
            <a:pPr algn="ctr"/>
            <a:endParaRPr lang="en-US" sz="2800" b="1" dirty="0" smtClean="0">
              <a:solidFill>
                <a:srgbClr val="FF0000"/>
              </a:solidFill>
              <a:latin typeface="Kruti Dev 050" pitchFamily="2" charset="0"/>
              <a:ea typeface="Times New Roman"/>
              <a:cs typeface="Times New Roman"/>
            </a:endParaRPr>
          </a:p>
          <a:p>
            <a:pPr algn="ctr"/>
            <a:endParaRPr lang="en-US" sz="2800" b="1" dirty="0" smtClean="0">
              <a:solidFill>
                <a:srgbClr val="FF0000"/>
              </a:solidFill>
              <a:latin typeface="Kruti Dev 050" pitchFamily="2" charset="0"/>
              <a:ea typeface="Times New Roman"/>
              <a:cs typeface="Times New Roman"/>
            </a:endParaRPr>
          </a:p>
          <a:p>
            <a:pPr algn="ctr"/>
            <a:endParaRPr lang="en-US" sz="2800" b="1" dirty="0" smtClean="0">
              <a:solidFill>
                <a:srgbClr val="FF0000"/>
              </a:solidFill>
              <a:latin typeface="Kruti Dev 050" pitchFamily="2" charset="0"/>
              <a:ea typeface="Times New Roman"/>
              <a:cs typeface="Times New Roman"/>
            </a:endParaRPr>
          </a:p>
          <a:p>
            <a:pPr algn="ctr"/>
            <a:endParaRPr lang="en-US" sz="2800" b="1" dirty="0" smtClean="0">
              <a:solidFill>
                <a:srgbClr val="FF0000"/>
              </a:solidFill>
              <a:latin typeface="Kruti Dev 050" pitchFamily="2" charset="0"/>
              <a:ea typeface="Times New Roman"/>
              <a:cs typeface="Times New Roman"/>
            </a:endParaRPr>
          </a:p>
          <a:p>
            <a:pPr algn="ctr"/>
            <a:endParaRPr lang="en-US" sz="2800" b="1" dirty="0" smtClean="0">
              <a:solidFill>
                <a:srgbClr val="FF0000"/>
              </a:solidFill>
              <a:latin typeface="Kruti Dev 050" pitchFamily="2" charset="0"/>
              <a:ea typeface="Times New Roman"/>
              <a:cs typeface="Times New Roman"/>
            </a:endParaRPr>
          </a:p>
          <a:p>
            <a:pPr algn="ctr"/>
            <a:endParaRPr lang="en-US" sz="2800" b="1" dirty="0" smtClean="0">
              <a:solidFill>
                <a:srgbClr val="FF0000"/>
              </a:solidFill>
              <a:latin typeface="Kruti Dev 050" pitchFamily="2" charset="0"/>
              <a:ea typeface="Times New Roman"/>
              <a:cs typeface="Times New Roman"/>
            </a:endParaRPr>
          </a:p>
          <a:p>
            <a:pPr algn="ctr"/>
            <a:endParaRPr lang="en-US" sz="2800" b="1" dirty="0" smtClean="0">
              <a:solidFill>
                <a:srgbClr val="FF0000"/>
              </a:solidFill>
              <a:latin typeface="Kruti Dev 050" pitchFamily="2" charset="0"/>
              <a:ea typeface="Times New Roman"/>
              <a:cs typeface="Times New Roman"/>
            </a:endParaRPr>
          </a:p>
          <a:p>
            <a:pPr algn="ctr"/>
            <a:endParaRPr lang="en-US" sz="2800" b="1" dirty="0" smtClean="0">
              <a:solidFill>
                <a:srgbClr val="FF0000"/>
              </a:solidFill>
              <a:latin typeface="Kruti Dev 050" pitchFamily="2" charset="0"/>
              <a:ea typeface="Times New Roman"/>
              <a:cs typeface="Times New Roman"/>
            </a:endParaRPr>
          </a:p>
          <a:p>
            <a:pPr algn="ctr"/>
            <a:endParaRPr lang="en-US" sz="2800" b="1" dirty="0" smtClean="0">
              <a:solidFill>
                <a:srgbClr val="FF0000"/>
              </a:solidFill>
              <a:latin typeface="Kruti Dev 050" pitchFamily="2" charset="0"/>
              <a:ea typeface="Times New Roman"/>
              <a:cs typeface="Times New Roman"/>
            </a:endParaRPr>
          </a:p>
          <a:p>
            <a:pPr algn="ctr"/>
            <a:endParaRPr lang="en-US" sz="2800" b="1" dirty="0" smtClean="0">
              <a:solidFill>
                <a:srgbClr val="FF0000"/>
              </a:solidFill>
              <a:latin typeface="Kruti Dev 050" pitchFamily="2" charset="0"/>
              <a:ea typeface="Times New Roman"/>
              <a:cs typeface="Times New Roman"/>
            </a:endParaRPr>
          </a:p>
          <a:p>
            <a:pPr algn="ctr"/>
            <a:endParaRPr lang="en-US" sz="2800" b="1" dirty="0" smtClean="0">
              <a:solidFill>
                <a:srgbClr val="FF0000"/>
              </a:solidFill>
              <a:latin typeface="Kruti Dev 050" pitchFamily="2" charset="0"/>
              <a:ea typeface="Times New Roman"/>
              <a:cs typeface="Times New Roman"/>
            </a:endParaRPr>
          </a:p>
          <a:p>
            <a:pPr algn="ctr"/>
            <a:r>
              <a:rPr lang="en-US" sz="2400" b="1" dirty="0" err="1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Vhi</a:t>
            </a:r>
            <a:r>
              <a:rPr lang="en-US" sz="2400" b="1" dirty="0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%&amp; lu&amp;2018 e/;s </a:t>
            </a:r>
            <a:r>
              <a:rPr lang="en-US" sz="2400" b="1" dirty="0" err="1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Jh</a:t>
            </a:r>
            <a:r>
              <a:rPr lang="en-US" sz="2400" b="1" dirty="0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x.kirh</a:t>
            </a:r>
            <a:r>
              <a:rPr lang="en-US" sz="2400" b="1" dirty="0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foltZukps</a:t>
            </a:r>
            <a:r>
              <a:rPr lang="en-US" sz="2400" b="1" dirty="0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osGh</a:t>
            </a:r>
            <a:r>
              <a:rPr lang="en-US" sz="2400" b="1" dirty="0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dks.krhgh</a:t>
            </a:r>
            <a:r>
              <a:rPr lang="en-US" sz="2400" b="1" dirty="0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nq?kZVuk</a:t>
            </a:r>
            <a:r>
              <a:rPr lang="en-US" sz="2400" b="1" dirty="0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 ?</a:t>
            </a:r>
            <a:r>
              <a:rPr lang="en-US" sz="2400" b="1" dirty="0" err="1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kMyh</a:t>
            </a:r>
            <a:r>
              <a:rPr lang="en-US" sz="2400" b="1" dirty="0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ukgh</a:t>
            </a:r>
            <a:r>
              <a:rPr lang="en-US" sz="2400" b="1" dirty="0" smtClean="0">
                <a:solidFill>
                  <a:srgbClr val="FF0000"/>
                </a:solidFill>
                <a:latin typeface="Kruti Dev 050" pitchFamily="2" charset="0"/>
                <a:ea typeface="Times New Roman"/>
                <a:cs typeface="Times New Roman"/>
              </a:rPr>
              <a:t>-</a:t>
            </a:r>
            <a:endParaRPr lang="en-US" sz="2800" b="1" dirty="0" smtClean="0">
              <a:solidFill>
                <a:srgbClr val="FF0000"/>
              </a:solidFill>
              <a:latin typeface="Kruti Dev 050" pitchFamily="2" charset="0"/>
              <a:ea typeface="Times New Roman"/>
              <a:cs typeface="Times New Roman"/>
            </a:endParaRPr>
          </a:p>
          <a:p>
            <a:pPr lvl="0"/>
            <a:endParaRPr lang="en-US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         </a:t>
            </a:r>
            <a:endParaRPr lang="en-US" sz="3200" b="1" dirty="0" smtClean="0">
              <a:latin typeface="Kruti Dev 500" pitchFamily="2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0" y="1219200"/>
          <a:ext cx="6096000" cy="4206240"/>
        </p:xfrm>
        <a:graphic>
          <a:graphicData uri="http://schemas.openxmlformats.org/drawingml/2006/table">
            <a:tbl>
              <a:tblPr/>
              <a:tblGrid>
                <a:gridCol w="688917"/>
                <a:gridCol w="2606301"/>
                <a:gridCol w="2800782"/>
              </a:tblGrid>
              <a:tr h="2692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v-u-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iksyhl LVs’ku gn~n</a:t>
                      </a:r>
                      <a:endParaRPr lang="en-US" sz="160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foltZu ?kkVkps ukao</a:t>
                      </a:r>
                      <a:endParaRPr lang="en-US" sz="160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2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1-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iks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-LVs-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Kruti Dev 050" pitchFamily="2" charset="0"/>
                          <a:ea typeface="Times New Roman"/>
                          <a:cs typeface="Times New Roman"/>
                        </a:rPr>
                        <a:t>Eglksck iVkax.k iapoVh] ukf’kd</a:t>
                      </a:r>
                      <a:endParaRPr lang="en-US" sz="160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69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2-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xaxkiqj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iks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-LVs-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xaxkiqj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/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kc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kck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]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lkses’oj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vkaunoyh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vklkjke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ckiq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iqy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2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Kruti Dev 050" pitchFamily="2" charset="0"/>
                          <a:ea typeface="Times New Roman"/>
                          <a:cs typeface="Times New Roman"/>
                        </a:rPr>
                        <a:t>3-</a:t>
                      </a:r>
                      <a:endParaRPr lang="en-US" sz="160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vacM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iks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-LVs-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vk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;-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Vh-vk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;-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iqy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Kruti Dev 050" pitchFamily="2" charset="0"/>
                          <a:ea typeface="Times New Roman"/>
                          <a:cs typeface="Times New Roman"/>
                        </a:rPr>
                        <a:t>4-</a:t>
                      </a:r>
                      <a:endParaRPr lang="en-US" sz="160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Kruti Dev 050" pitchFamily="2" charset="0"/>
                          <a:ea typeface="Times New Roman"/>
                          <a:cs typeface="Times New Roman"/>
                        </a:rPr>
                        <a:t>ukf'kdjksM iks-LVs-</a:t>
                      </a:r>
                      <a:endParaRPr lang="en-US" sz="160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nld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iqy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psgMh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nkj.kk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unh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2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Kruti Dev 050" pitchFamily="2" charset="0"/>
                          <a:ea typeface="Times New Roman"/>
                          <a:cs typeface="Times New Roman"/>
                        </a:rPr>
                        <a:t>5-</a:t>
                      </a:r>
                      <a:endParaRPr lang="en-US" sz="160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Kruti Dev 050" pitchFamily="2" charset="0"/>
                          <a:ea typeface="Times New Roman"/>
                          <a:cs typeface="Times New Roman"/>
                        </a:rPr>
                        <a:t>miuxj iks-LVs-</a:t>
                      </a:r>
                      <a:endParaRPr lang="en-US" sz="160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nsoGkyh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okynsoh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unh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Kruti Dev 050" pitchFamily="2" charset="0"/>
                          <a:ea typeface="Times New Roman"/>
                          <a:cs typeface="Times New Roman"/>
                        </a:rPr>
                        <a:t>6-</a:t>
                      </a:r>
                      <a:endParaRPr lang="en-US" sz="160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Kruti Dev 050" pitchFamily="2" charset="0"/>
                          <a:ea typeface="Times New Roman"/>
                          <a:cs typeface="Times New Roman"/>
                        </a:rPr>
                        <a:t>nsoGkyh dWEi iks-LVs-</a:t>
                      </a:r>
                      <a:endParaRPr lang="en-US" sz="160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laljh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nkj.kk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unh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Hkxqj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0" pitchFamily="2" charset="0"/>
                          <a:ea typeface="Times New Roman"/>
                          <a:cs typeface="Times New Roman"/>
                        </a:rPr>
                        <a:t>nkj.kk</a:t>
                      </a:r>
                      <a:r>
                        <a:rPr lang="en-US" sz="2000" dirty="0">
                          <a:latin typeface="Kruti Dev 050" pitchFamily="2" charset="0"/>
                          <a:ea typeface="Times New Roman"/>
                          <a:cs typeface="Times New Roman"/>
                        </a:rPr>
                        <a:t> unh</a:t>
                      </a:r>
                      <a:endParaRPr lang="en-US" sz="1600" dirty="0">
                        <a:latin typeface="Kruti Dev 050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-228600"/>
            <a:ext cx="80010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 </a:t>
            </a:r>
          </a:p>
          <a:p>
            <a:pPr algn="ctr"/>
            <a:endParaRPr lang="en-US" sz="16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algn="ctr"/>
            <a:r>
              <a:rPr lang="en-US" sz="2400" b="1" dirty="0" err="1" smtClean="0">
                <a:latin typeface="Kruti Dev 050"/>
                <a:ea typeface="Times New Roman"/>
                <a:cs typeface="Times New Roman"/>
              </a:rPr>
              <a:t>ekxhy</a:t>
            </a:r>
            <a:r>
              <a:rPr lang="en-US" sz="2400" b="1" dirty="0" smtClean="0">
                <a:latin typeface="Kruti Dev 050"/>
                <a:ea typeface="Times New Roman"/>
                <a:cs typeface="Times New Roman"/>
              </a:rPr>
              <a:t> 03 </a:t>
            </a:r>
            <a:r>
              <a:rPr lang="en-US" sz="2400" b="1" dirty="0" err="1" smtClean="0">
                <a:latin typeface="Kruti Dev 050"/>
                <a:ea typeface="Times New Roman"/>
                <a:cs typeface="Times New Roman"/>
              </a:rPr>
              <a:t>o”kkZr</a:t>
            </a:r>
            <a:r>
              <a:rPr lang="en-US" sz="2400" b="1" dirty="0" smtClean="0">
                <a:latin typeface="Kruti Dev 050"/>
                <a:ea typeface="Times New Roman"/>
                <a:cs typeface="Times New Roman"/>
              </a:rPr>
              <a:t> </a:t>
            </a:r>
            <a:r>
              <a:rPr lang="en-US" sz="2400" b="1" dirty="0" err="1" smtClean="0">
                <a:latin typeface="Kruti Dev 050"/>
                <a:ea typeface="Times New Roman"/>
                <a:cs typeface="Times New Roman"/>
              </a:rPr>
              <a:t>x.ks’kksRlokr</a:t>
            </a:r>
            <a:r>
              <a:rPr lang="en-US" sz="2400" b="1" dirty="0" smtClean="0">
                <a:latin typeface="Kruti Dev 050"/>
                <a:ea typeface="Times New Roman"/>
                <a:cs typeface="Times New Roman"/>
              </a:rPr>
              <a:t> </a:t>
            </a:r>
            <a:r>
              <a:rPr lang="en-US" sz="2400" b="1" dirty="0" err="1" smtClean="0">
                <a:latin typeface="Kruti Dev 050"/>
                <a:ea typeface="Times New Roman"/>
                <a:cs typeface="Times New Roman"/>
              </a:rPr>
              <a:t>nk</a:t>
            </a:r>
            <a:r>
              <a:rPr lang="en-US" sz="2400" b="1" dirty="0" smtClean="0">
                <a:latin typeface="Kruti Dev 050"/>
                <a:ea typeface="Times New Roman"/>
                <a:cs typeface="Times New Roman"/>
              </a:rPr>
              <a:t>[</a:t>
            </a:r>
            <a:r>
              <a:rPr lang="en-US" sz="2400" b="1" dirty="0" err="1" smtClean="0">
                <a:latin typeface="Kruti Dev 050"/>
                <a:ea typeface="Times New Roman"/>
                <a:cs typeface="Times New Roman"/>
              </a:rPr>
              <a:t>ky</a:t>
            </a:r>
            <a:r>
              <a:rPr lang="en-US" sz="2400" b="1" dirty="0" smtClean="0">
                <a:latin typeface="Kruti Dev 050"/>
                <a:ea typeface="Times New Roman"/>
                <a:cs typeface="Times New Roman"/>
              </a:rPr>
              <a:t> </a:t>
            </a:r>
            <a:r>
              <a:rPr lang="en-US" sz="2400" b="1" dirty="0" err="1" smtClean="0">
                <a:latin typeface="Kruti Dev 050"/>
                <a:ea typeface="Times New Roman"/>
                <a:cs typeface="Times New Roman"/>
              </a:rPr>
              <a:t>xqUgs</a:t>
            </a:r>
            <a:endParaRPr lang="en-US" sz="28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1066800"/>
          <a:ext cx="8077202" cy="1790700"/>
        </p:xfrm>
        <a:graphic>
          <a:graphicData uri="http://schemas.openxmlformats.org/drawingml/2006/table">
            <a:tbl>
              <a:tblPr/>
              <a:tblGrid>
                <a:gridCol w="1365047"/>
                <a:gridCol w="1365047"/>
                <a:gridCol w="1310122"/>
                <a:gridCol w="1310122"/>
                <a:gridCol w="1071038"/>
                <a:gridCol w="893826"/>
                <a:gridCol w="762000"/>
              </a:tblGrid>
              <a:tr h="3683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0"/>
                          <a:ea typeface="Times New Roman"/>
                          <a:cs typeface="Times New Roman"/>
                        </a:rPr>
                        <a:t>lu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0"/>
                          <a:ea typeface="Times New Roman"/>
                          <a:cs typeface="Times New Roman"/>
                        </a:rPr>
                        <a:t>Hkkx  1 rs   5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0"/>
                          <a:ea typeface="Times New Roman"/>
                          <a:cs typeface="Times New Roman"/>
                        </a:rPr>
                        <a:t>Hkkx &amp;6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0"/>
                          <a:ea typeface="Times New Roman"/>
                          <a:cs typeface="Times New Roman"/>
                        </a:rPr>
                        <a:t>,u-lh-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17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0"/>
                          <a:ea typeface="Times New Roman"/>
                          <a:cs typeface="Times New Roman"/>
                        </a:rPr>
                        <a:t>nk[ky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Kruti Dev 050"/>
                          <a:ea typeface="Times New Roman"/>
                          <a:cs typeface="Times New Roman"/>
                        </a:rPr>
                        <a:t>l|fLFkrh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0"/>
                          <a:ea typeface="Times New Roman"/>
                          <a:cs typeface="Times New Roman"/>
                        </a:rPr>
                        <a:t>nk[ky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0"/>
                          <a:ea typeface="Times New Roman"/>
                          <a:cs typeface="Times New Roman"/>
                        </a:rPr>
                        <a:t>l|fLFkrh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0"/>
                          <a:ea typeface="Times New Roman"/>
                          <a:cs typeface="Times New Roman"/>
                        </a:rPr>
                        <a:t>nk[ky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0"/>
                          <a:ea typeface="Times New Roman"/>
                          <a:cs typeface="Times New Roman"/>
                        </a:rPr>
                        <a:t>l|fLFkrh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2018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02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eW-is-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02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eW-is-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01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00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2019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2020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33400" y="3276600"/>
            <a:ext cx="8077201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lu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2019 o 2020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x.ks’kksRlo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Lkq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: &gt;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kysiklwu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rs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foltZuk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ikosrksP;k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dkGkr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x.ks’kksRlokps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dkj.kko:u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ukf’kd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iksyhl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vk;qDrky;kr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nk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[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ky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xqUgs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 ^^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fujad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** 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vkgsr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-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err="1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lu</a:t>
            </a:r>
            <a:r>
              <a:rPr lang="en-US" dirty="0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2019 e/;s </a:t>
            </a:r>
            <a:r>
              <a:rPr lang="en-US" dirty="0" err="1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x.kirh</a:t>
            </a:r>
            <a:r>
              <a:rPr lang="en-US" dirty="0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foltZukps</a:t>
            </a:r>
            <a:r>
              <a:rPr lang="en-US" dirty="0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osGh</a:t>
            </a:r>
            <a:r>
              <a:rPr lang="en-US" dirty="0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xksnkojh</a:t>
            </a:r>
            <a:r>
              <a:rPr lang="en-US" dirty="0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unh ¼xaxkiwj </a:t>
            </a:r>
            <a:r>
              <a:rPr lang="en-US" dirty="0" err="1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iks-LVs</a:t>
            </a:r>
            <a:r>
              <a:rPr lang="en-US" dirty="0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- gn~nhr½ </a:t>
            </a:r>
            <a:r>
              <a:rPr lang="en-US" b="1" dirty="0" err="1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ik.;kr</a:t>
            </a:r>
            <a:r>
              <a:rPr lang="en-US" b="1" dirty="0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cqMwu</a:t>
            </a:r>
            <a:r>
              <a:rPr lang="en-US" b="1" dirty="0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 01 </a:t>
            </a:r>
            <a:r>
              <a:rPr lang="en-US" b="1" dirty="0" err="1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ble</a:t>
            </a:r>
            <a:r>
              <a:rPr lang="en-US" b="1" dirty="0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e;r</a:t>
            </a:r>
            <a:r>
              <a:rPr lang="en-US" dirty="0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&gt;</a:t>
            </a:r>
            <a:r>
              <a:rPr lang="en-US" dirty="0" err="1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kyk</a:t>
            </a:r>
            <a:r>
              <a:rPr lang="en-US" dirty="0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vkgs</a:t>
            </a:r>
            <a:r>
              <a:rPr lang="en-US" dirty="0" smtClean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-</a:t>
            </a:r>
            <a:endParaRPr lang="en-US" dirty="0" smtClean="0">
              <a:latin typeface="Kruti Dev 055" pitchFamily="2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lu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2020 e/;s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x.kirh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foltZukps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osGh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nkj.kk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unhr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 ¼ukf’kdjksM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iks-LVs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- g|hr½ o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okynsoh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unh ¼miuxj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iks-LVs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- gn~nhr½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ik.;kr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cqMwu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 02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ble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e;r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&gt;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kys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vkgsr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-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-228600"/>
            <a:ext cx="8001000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 </a:t>
            </a:r>
          </a:p>
          <a:p>
            <a:pPr algn="ctr"/>
            <a:endParaRPr lang="en-US" sz="16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algn="ctr"/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lu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2018 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x.ks’kksRlo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Lkq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: &gt;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kysiklwu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rs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foltZuk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ikosrksP;k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dkGkr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x.ks’kksRlokps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dkj.kko:u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 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ukf’kd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iksyhl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vk;qDrky;kr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[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kkyhyizek.ks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</a:t>
            </a:r>
            <a:endParaRPr lang="en-US" sz="2800" b="1" dirty="0" smtClean="0">
              <a:latin typeface="Kruti Dev 050"/>
              <a:ea typeface="Times New Roman"/>
              <a:cs typeface="Times New Roman"/>
            </a:endParaRPr>
          </a:p>
          <a:p>
            <a:pPr algn="ctr"/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,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dq.k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4 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xqUgs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nk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[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ky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 </a:t>
            </a:r>
            <a:r>
              <a:rPr lang="en-US" sz="2800" b="1" dirty="0" err="1" smtClean="0">
                <a:latin typeface="Kruti Dev 050"/>
                <a:ea typeface="Times New Roman"/>
                <a:cs typeface="Times New Roman"/>
              </a:rPr>
              <a:t>vkgsr</a:t>
            </a:r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- </a:t>
            </a:r>
          </a:p>
          <a:p>
            <a:r>
              <a:rPr lang="en-US" sz="2800" b="1" dirty="0" smtClean="0">
                <a:latin typeface="Kruti Dev 050"/>
                <a:ea typeface="Times New Roman"/>
                <a:cs typeface="Times New Roman"/>
              </a:rPr>
              <a:t>1½</a:t>
            </a:r>
          </a:p>
          <a:p>
            <a:endParaRPr lang="en-US" sz="2800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57400"/>
          <a:ext cx="8229600" cy="4031862"/>
        </p:xfrm>
        <a:graphic>
          <a:graphicData uri="http://schemas.openxmlformats.org/drawingml/2006/table">
            <a:tbl>
              <a:tblPr/>
              <a:tblGrid>
                <a:gridCol w="536593"/>
                <a:gridCol w="1444607"/>
                <a:gridCol w="304800"/>
                <a:gridCol w="5943600"/>
              </a:tblGrid>
              <a:tr h="29469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1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Bk.ks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 smtClean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ljdkjokMk</a:t>
                      </a:r>
                      <a:r>
                        <a:rPr lang="en-US" sz="1700" dirty="0" smtClean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LVs’ku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] ukf’kd ‘kgj </a:t>
                      </a:r>
                      <a:endParaRPr lang="en-US" sz="1700" dirty="0">
                        <a:solidFill>
                          <a:srgbClr val="FF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469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2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xq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-j-u dye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kk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xqjua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- 273@2018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Hkknfod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283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izek.ks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469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3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fQ;kZnhps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uko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mes‘k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dkf’kukFk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ljksns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]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o;&amp;56]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O;olk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; &amp;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lgk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vf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/k{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kd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euik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ukf’kd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94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4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vkjksih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vKkr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995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5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xq-?k-rk-osG o fBdk.k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fn-03@09@2018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18-00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oktsps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lqekjkl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nfgiqy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o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ixMcan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ysu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e/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khy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jLR;koj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469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6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nk-rk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- o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osG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fn-12@09@2018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17-00 ok-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2542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7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gdhxr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   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ojhy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rkj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ksl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osGh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o fBdk.kh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okgrqdhl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vMFkGk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gksbZy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;k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mn~ns’kkus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jLR;koj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vukf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kd`r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fjR;k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eaMi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mHkk#u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jLR;koj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okgrqd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dksaMh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djhr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vlrkaukP;k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fLFkrhr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&lt;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Gwu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vkys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Eg.kqu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-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469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8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riklh vf/kdkjh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liksmfu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- /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kk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=d]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use&amp;ljdkokMk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iks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-LVs- ukf’kd ‘kgj 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469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9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izfrfdz;k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gn~nhr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‘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kkarrk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469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10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lÌfLFkrh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riklkoj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469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kumimoji="0" lang="en-US" sz="17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11</a:t>
                      </a:r>
                      <a:endParaRPr kumimoji="0" lang="en-US" sz="17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700" kern="120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izfrca</a:t>
                      </a:r>
                      <a:r>
                        <a:rPr kumimoji="0" lang="en-US" sz="17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kumimoji="0" lang="en-US" sz="1700" kern="120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kd</a:t>
                      </a:r>
                      <a:r>
                        <a:rPr kumimoji="0" lang="en-US" sz="17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7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dkjokbZ</a:t>
                      </a:r>
                      <a:endParaRPr kumimoji="0" lang="en-US" sz="17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7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kumimoji="0" lang="en-US" sz="17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7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7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fujad</a:t>
                      </a:r>
                      <a:endParaRPr kumimoji="0" lang="en-US" sz="17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-228600"/>
            <a:ext cx="8001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 </a:t>
            </a:r>
          </a:p>
          <a:p>
            <a:pPr algn="ctr"/>
            <a:endParaRPr lang="en-US" sz="16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algn="ctr"/>
            <a:r>
              <a:rPr lang="en-US" sz="28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lu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  2018</a:t>
            </a:r>
          </a:p>
          <a:p>
            <a:r>
              <a:rPr lang="en-US" sz="28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2½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295396"/>
          <a:ext cx="8229600" cy="4648203"/>
        </p:xfrm>
        <a:graphic>
          <a:graphicData uri="http://schemas.openxmlformats.org/drawingml/2006/table">
            <a:tbl>
              <a:tblPr/>
              <a:tblGrid>
                <a:gridCol w="536593"/>
                <a:gridCol w="1444607"/>
                <a:gridCol w="304800"/>
                <a:gridCol w="5943600"/>
              </a:tblGrid>
              <a:tr h="28826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1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Bk.ks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 smtClean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vkMxko</a:t>
                      </a:r>
                      <a:r>
                        <a:rPr lang="en-US" sz="1700" dirty="0" smtClean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LVs’ku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] ukf’kd ‘kgj </a:t>
                      </a:r>
                      <a:endParaRPr lang="en-US" sz="1700" dirty="0">
                        <a:solidFill>
                          <a:srgbClr val="FF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52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2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xq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-j-u dye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k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xqjua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- 221@2018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Hkknfod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143]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147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egkjk”V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ª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dk;nk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dye 135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izek.ks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26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3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fQ;kZnhps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uko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iksuk@1618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ekf.kd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ve`rk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iokj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use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vkMxko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-LVs- ukf’kd ‘kgj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292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4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vkjksih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vKkr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7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rs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8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ble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52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5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xq-?k-rk-osG o fBdk.k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fn-23@09@2018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19-00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oktsps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lqekjkl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foltZu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fBdk.kh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dfiyk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laxe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riksou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ukf’kd-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26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6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nk-rk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- o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osG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fn-24@09@2018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02-47 ok-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3042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7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gdhxr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   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ojhy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rkj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ksl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osGh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o fBdk.kh 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;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krhy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vkjksihr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etdqj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;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kauh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laxuer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d#u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xSjdk;n;kph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eaMGh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teoqu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dkfgrjh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dkj.kkao#u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,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desadkauk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/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kDdkcqDdh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ckpkckph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d#u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o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vkjMk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vksjM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d#u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xksa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kG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dsyk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rlsp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vk;qDr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ukf’kd ‘kgj ;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kaps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tekocanh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vkns’kkps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mYya?ku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dsys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Eg.kqu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-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26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8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riklh vf/kdkjh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eiksmfu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- ;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ksfxrk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tk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ko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use&amp;vkMxko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iks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-LVs- ukf’kd ‘kgj 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26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9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izfrfdz;k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gn~nhr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‘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kkarrk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26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10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lÌfLFkrh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riklkoj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26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kumimoji="0" lang="en-US" sz="17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11</a:t>
                      </a:r>
                      <a:endParaRPr kumimoji="0" lang="en-US" sz="17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700" kern="120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izfrca</a:t>
                      </a:r>
                      <a:r>
                        <a:rPr kumimoji="0" lang="en-US" sz="17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kumimoji="0" lang="en-US" sz="1700" kern="120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kd</a:t>
                      </a:r>
                      <a:r>
                        <a:rPr kumimoji="0" lang="en-US" sz="17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7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dkjokbZ</a:t>
                      </a:r>
                      <a:endParaRPr kumimoji="0" lang="en-US" sz="17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7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kumimoji="0" lang="en-US" sz="17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7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7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fujad</a:t>
                      </a:r>
                      <a:endParaRPr kumimoji="0" lang="en-US" sz="17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-228600"/>
            <a:ext cx="8001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 </a:t>
            </a:r>
          </a:p>
          <a:p>
            <a:pPr algn="ctr"/>
            <a:endParaRPr lang="en-US" sz="16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algn="ctr"/>
            <a:r>
              <a:rPr lang="en-US" sz="28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lu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  2018</a:t>
            </a:r>
          </a:p>
          <a:p>
            <a:r>
              <a:rPr lang="en-US" sz="28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3½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219203"/>
          <a:ext cx="8229600" cy="4875102"/>
        </p:xfrm>
        <a:graphic>
          <a:graphicData uri="http://schemas.openxmlformats.org/drawingml/2006/table">
            <a:tbl>
              <a:tblPr/>
              <a:tblGrid>
                <a:gridCol w="536593"/>
                <a:gridCol w="1444607"/>
                <a:gridCol w="304800"/>
                <a:gridCol w="5943600"/>
              </a:tblGrid>
              <a:tr h="26246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Bk.ks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xaxkiqj</a:t>
                      </a:r>
                      <a:r>
                        <a:rPr lang="en-US" sz="1600" dirty="0" smtClean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LVs’ku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] ukf’kd ‘kgj 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46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2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xq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-j-u dye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k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xqjua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- 221@2018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Hkknfod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160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izek.ks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46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3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fQ;kZnhps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uko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iksf‘k@2545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lanhi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vtqZu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cMsZ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o; &amp; 33] use &amp;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xaxkiqj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-LVs- ukf’kd ‘kgj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2334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4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vkjksih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1½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vfer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Hkxok.k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cksckns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o; 21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eksjs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eGk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d`”.k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uxj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jkeokMh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ukf’kd-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2½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fnyhi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y{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e.k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fp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kys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o; 32]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xaxklkxj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dkWyuh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#e ua-11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iokj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xWjst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leksj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fueZyk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dkWUOgsaV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leksj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] ukf’kd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3½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egknso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jkuksth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xk;dokM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o; 22]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jk-xaxklkxj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dkWyuh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 ?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kj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ua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- 480iokj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xWjst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leksj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fueZyk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dkWUOgsaV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leksj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] ukf’kd</a:t>
                      </a:r>
                      <a:endParaRPr kumimoji="0" lang="en-US" sz="1600" kern="1200" baseline="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4934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5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xq-?k-rk-osG o fBdk.k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fn-23@09@2018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18-30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oktsps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lqekjkl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xaxklkxj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dkWyuh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Mh-ds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uxj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jksMoj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xaxkiqjjksM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ukf’kd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46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6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nk-rk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- o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osG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fn-23@09@2018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20-42 ok-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7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gdhxr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   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ojhy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rkj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ksl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osGh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o fBdk.kh 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;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krhy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vkjksihr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etdqj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xaxklkxj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dkWyuh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Mh-ds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uxj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jksMoj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xaxkiqjjksM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ukf’kd ;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sFks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lkoZtfud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fBdk.kh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jksMoj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vki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vkilkr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&gt;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qat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d#u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ekjkekjh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d#u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 ‘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kkrrk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Hkax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djrkauk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feGqu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vkys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Eg.kqu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-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46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8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riklh vf/kdkjh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iksgok@320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xkso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kZu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use&amp;xaxkiqj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iks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-LVs- 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ukf’kd ‘kgj 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46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9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izfrfdz;k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gn~nhr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‘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kkarrk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46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10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lÌfLFkrh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riklkoj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46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kumimoji="0" lang="en-US" sz="16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11</a:t>
                      </a:r>
                      <a:endParaRPr kumimoji="0" lang="en-US" sz="16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kern="120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izfrca</a:t>
                      </a:r>
                      <a:r>
                        <a:rPr kumimoji="0" lang="en-US" sz="16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kumimoji="0" lang="en-US" sz="1600" kern="120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kd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dkjokbZ</a:t>
                      </a:r>
                      <a:endParaRPr kumimoji="0" lang="en-US" sz="16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kumimoji="0" lang="en-US" sz="16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endParaRPr kumimoji="0" lang="en-US" sz="16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-228600"/>
            <a:ext cx="8001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 </a:t>
            </a:r>
          </a:p>
          <a:p>
            <a:pPr algn="ctr"/>
            <a:endParaRPr lang="en-US" sz="16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algn="ctr"/>
            <a:r>
              <a:rPr lang="en-US" sz="28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lu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  2018</a:t>
            </a:r>
          </a:p>
          <a:p>
            <a:r>
              <a:rPr lang="en-US" sz="28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4½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524001"/>
          <a:ext cx="8229600" cy="3901439"/>
        </p:xfrm>
        <a:graphic>
          <a:graphicData uri="http://schemas.openxmlformats.org/drawingml/2006/table">
            <a:tbl>
              <a:tblPr/>
              <a:tblGrid>
                <a:gridCol w="536593"/>
                <a:gridCol w="1444607"/>
                <a:gridCol w="304800"/>
                <a:gridCol w="5943600"/>
              </a:tblGrid>
              <a:tr h="19706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1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Bk.ks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 smtClean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xaxkiqj</a:t>
                      </a:r>
                      <a:r>
                        <a:rPr lang="en-US" sz="1700" dirty="0" smtClean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LVs’ku</a:t>
                      </a:r>
                      <a:r>
                        <a:rPr lang="en-US" sz="1700" dirty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] ukf’kd ‘kgj </a:t>
                      </a:r>
                      <a:endParaRPr lang="en-US" sz="1700" dirty="0">
                        <a:solidFill>
                          <a:srgbClr val="FF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06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2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xq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-j-u dye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kk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xqjua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- 220@2018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eiksdkd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- 135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izek.ks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3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fQ;kZnhps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uko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iksuk@1081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dSykl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e/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kqdj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HkMhaxs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o; &amp; 43] use &amp;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xaxkiqj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-LVs- ukf’kd ‘kgj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4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vkjksih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veksy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‘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kke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tk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ko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o; 26]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ekGh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xYYkh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vkuanoyh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ukf’kd</a:t>
                      </a:r>
                      <a:endParaRPr kumimoji="0" lang="en-US" sz="1700" kern="1200" baseline="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5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xq-?k-rk-osG o fBdk.k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fn-23@09@2018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13-15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oktsps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lqekjkl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vkuanoyh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cl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LVkWi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,l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ch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; ,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Vh,e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ps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leksj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xxkiqjjksM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ukf’kd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06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6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nk-rk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- o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osG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fn-23@09@2018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16-52 ok-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7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gdhxr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   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ojhy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rkj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ksl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osGh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o fBdk.kh 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;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krhy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vkjksihr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etdqj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;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kus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R;kps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dCtkr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01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yks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kMh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lqjk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ckGxqu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ek-iksyhl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vk;qDr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ukf’kd ‘kgj ;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kaps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dMhy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‘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kL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=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canh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vkns’kkps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mYya?ku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dsys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Eg.kqu 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-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8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riklh vf/kdkjh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iksgok@1074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ek.khd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xk;dj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use&amp;xaxkiqj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iks</a:t>
                      </a:r>
                      <a:r>
                        <a:rPr lang="en-US" sz="1700" dirty="0" smtClean="0">
                          <a:latin typeface="Kruti Dev 055"/>
                          <a:ea typeface="Times New Roman"/>
                          <a:cs typeface="Times New Roman"/>
                        </a:rPr>
                        <a:t>-LVs- 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ukf’kd ‘kgj 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06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9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izfrfdz;k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gn~nhr</a:t>
                      </a:r>
                      <a:r>
                        <a:rPr lang="en-US" sz="1700" dirty="0">
                          <a:latin typeface="Kruti Dev 055"/>
                          <a:ea typeface="Times New Roman"/>
                          <a:cs typeface="Times New Roman"/>
                        </a:rPr>
                        <a:t> ‘</a:t>
                      </a: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kkarrk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06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700">
                          <a:latin typeface="Kruti Dev 055"/>
                          <a:ea typeface="Times New Roman"/>
                          <a:cs typeface="Times New Roman"/>
                        </a:rPr>
                        <a:t>10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latin typeface="Kruti Dev 055"/>
                          <a:ea typeface="Times New Roman"/>
                          <a:cs typeface="Times New Roman"/>
                        </a:rPr>
                        <a:t>lÌfLFkrh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7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7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7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riklkoj</a:t>
                      </a:r>
                      <a:endParaRPr lang="en-US" sz="17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06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kumimoji="0" lang="en-US" sz="17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11</a:t>
                      </a:r>
                      <a:endParaRPr kumimoji="0" lang="en-US" sz="17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700" kern="120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izfrca</a:t>
                      </a:r>
                      <a:r>
                        <a:rPr kumimoji="0" lang="en-US" sz="17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kumimoji="0" lang="en-US" sz="1700" kern="120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kd</a:t>
                      </a:r>
                      <a:r>
                        <a:rPr kumimoji="0" lang="en-US" sz="17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7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dkjokbZ</a:t>
                      </a:r>
                      <a:endParaRPr kumimoji="0" lang="en-US" sz="17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7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kumimoji="0" lang="en-US" sz="17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7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endParaRPr kumimoji="0" lang="en-US" sz="17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-228600"/>
            <a:ext cx="8001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 </a:t>
            </a:r>
          </a:p>
          <a:p>
            <a:pPr algn="ctr"/>
            <a:endParaRPr lang="en-US" sz="16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algn="ctr"/>
            <a:r>
              <a:rPr lang="en-US" sz="28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lu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  2018</a:t>
            </a:r>
          </a:p>
          <a:p>
            <a:r>
              <a:rPr lang="en-US" sz="2800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5½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524001"/>
          <a:ext cx="8229600" cy="4419599"/>
        </p:xfrm>
        <a:graphic>
          <a:graphicData uri="http://schemas.openxmlformats.org/drawingml/2006/table">
            <a:tbl>
              <a:tblPr/>
              <a:tblGrid>
                <a:gridCol w="536593"/>
                <a:gridCol w="1444607"/>
                <a:gridCol w="304800"/>
                <a:gridCol w="5943600"/>
              </a:tblGrid>
              <a:tr h="19706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Bk.ks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xaxkiqj</a:t>
                      </a:r>
                      <a:r>
                        <a:rPr lang="en-US" sz="1600" dirty="0" smtClean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LVs’ku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] ukf’kd ‘kgj 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06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2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iukdk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dye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iukdk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dz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- 790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@2018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Hkknoh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dye 323] 504] 506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izek.ks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3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fQ;kZnhps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uko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fufru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xqykc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ikVhy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o; 24]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O;olk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; &amp;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uksdjh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jk-lkbZ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ikdZ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,]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Jhjke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pkSd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fganh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‘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kkGs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toG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Jfed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uxj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lkriqj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] ukf’kd-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4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vkjksih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veu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fnus’k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;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kno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o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R;kps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tksMhnkj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iq.kZ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uko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ekfgr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ukgh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-</a:t>
                      </a:r>
                      <a:endParaRPr kumimoji="0" lang="en-US" sz="1600" kern="1200" baseline="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5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xq-?k-rk-osG o fBdk.k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fn-23@09@2018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18-00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oktsps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lqekjkl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ckykth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eanhj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ikfdZax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toG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]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lkoZtfud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fBdk.kh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06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6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nk-rk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- o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osG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fn-24@09@2018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11-35 ok-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7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gdhxr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   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ojhy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rkj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ksl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osGh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o fBdk.kh 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;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krhy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rdzkjnkj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o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fojks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kd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gs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,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dkp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fcYMhaxe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/;s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jkgrkr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fojks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kd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gk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o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rdzkjnkj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gs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R;kaps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lkslk;Vhrhy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yksd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x.kirh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foltZulkBh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ckykth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eafnjk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toG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vkys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vlrk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fojks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kd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gk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vkjrhP;k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osGh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xksa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kG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?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kkyhr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gksrk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Eg.kwu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R;kl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‘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kkar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jkg.;kl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lkafxrys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vlrk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R;kpk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jkx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;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sowu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rdzkjnkj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;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kl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o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R;kps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eko’kh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;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kauk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okbZV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f’kfoxkG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d#u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ekjgk.k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d#u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nenkVh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dsyh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Eg.kqu 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-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8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riklh vf/kdkjh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iksgok@818</a:t>
                      </a:r>
                      <a:r>
                        <a:rPr lang="en-US" sz="1600" baseline="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aseline="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Hkqedj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use&amp;xaxkiqj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 smtClean="0">
                          <a:latin typeface="Kruti Dev 055"/>
                          <a:ea typeface="Times New Roman"/>
                          <a:cs typeface="Times New Roman"/>
                        </a:rPr>
                        <a:t>iks</a:t>
                      </a:r>
                      <a:r>
                        <a:rPr lang="en-US" sz="1600" dirty="0" smtClean="0">
                          <a:latin typeface="Kruti Dev 055"/>
                          <a:ea typeface="Times New Roman"/>
                          <a:cs typeface="Times New Roman"/>
                        </a:rPr>
                        <a:t>-LVs- 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ukf’kd ‘kgj 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06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9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izfrfdz;k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gn~nhr</a:t>
                      </a:r>
                      <a:r>
                        <a:rPr lang="en-US" sz="1600" dirty="0">
                          <a:latin typeface="Kruti Dev 055"/>
                          <a:ea typeface="Times New Roman"/>
                          <a:cs typeface="Times New Roman"/>
                        </a:rPr>
                        <a:t> ‘</a:t>
                      </a: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kkarrk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06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600">
                          <a:latin typeface="Kruti Dev 055"/>
                          <a:ea typeface="Times New Roman"/>
                          <a:cs typeface="Times New Roman"/>
                        </a:rPr>
                        <a:t>10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Kruti Dev 055"/>
                          <a:ea typeface="Times New Roman"/>
                          <a:cs typeface="Times New Roman"/>
                        </a:rPr>
                        <a:t>lÌfLFkrh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06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kumimoji="0" lang="en-US" sz="16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11</a:t>
                      </a:r>
                      <a:endParaRPr kumimoji="0" lang="en-US" sz="16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kern="120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izfrca</a:t>
                      </a:r>
                      <a:r>
                        <a:rPr kumimoji="0" lang="en-US" sz="16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kumimoji="0" lang="en-US" sz="1600" kern="120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kd</a:t>
                      </a: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US" sz="1600" kern="1200" baseline="0" dirty="0" err="1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dkjokbZ</a:t>
                      </a:r>
                      <a:endParaRPr kumimoji="0" lang="en-US" sz="16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kern="120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%</a:t>
                      </a:r>
                      <a:endParaRPr kumimoji="0" lang="en-US" sz="16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kern="1200" baseline="0" dirty="0" smtClean="0">
                          <a:solidFill>
                            <a:schemeClr val="tx1"/>
                          </a:solidFill>
                          <a:latin typeface="Kruti Dev 055"/>
                          <a:ea typeface="Times New Roman"/>
                          <a:cs typeface="Times New Roman"/>
                        </a:rPr>
                        <a:t> </a:t>
                      </a:r>
                      <a:endParaRPr kumimoji="0" lang="en-US" sz="1600" kern="1200" dirty="0">
                        <a:solidFill>
                          <a:schemeClr val="tx1"/>
                        </a:solidFill>
                        <a:latin typeface="Kruti Dev 055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-228600"/>
            <a:ext cx="8001000" cy="670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500" pitchFamily="2" charset="0"/>
              </a:rPr>
              <a:t> </a:t>
            </a:r>
          </a:p>
          <a:p>
            <a:pPr algn="ctr"/>
            <a:endParaRPr lang="en-US" sz="16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  <a:p>
            <a:pPr algn="ctr"/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x.ks’kksRlo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‘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kkarrsr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ikj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iMkok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;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klkBh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dsysY;k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mik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;;</a:t>
            </a:r>
            <a:r>
              <a:rPr lang="en-US" sz="2400" b="1" dirty="0" err="1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kstuk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endParaRPr lang="en-US" sz="24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ctr"/>
            <a:endParaRPr lang="en-US" sz="20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marL="342900" lvl="0" indent="-342900">
              <a:buFont typeface="Arial" pitchFamily="34" charset="0"/>
              <a:buChar char="•"/>
            </a:pP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vk;qDrky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;]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ifjeaMG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o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-LVs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Lrjkoj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‘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kkarrk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lferh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feVhax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?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ks.ks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x.kirh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eaMGkaP;k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inkf/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kdkÚ;kaP;k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feVhax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?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ksoqu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R;kauk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vko’;d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lqpuk@ekfgrh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ns.ks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 </a:t>
            </a:r>
          </a:p>
          <a:p>
            <a:pPr marL="342900" lvl="0" indent="-342900">
              <a:buFont typeface="Wingdings" pitchFamily="2" charset="2"/>
              <a:buChar char="§"/>
            </a:pP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xqUgsxkjh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jsdkWMZ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vlysY;k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xaqMkaoj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izfrca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/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kkRed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dk;ZOkkgh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dj.ks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Qjkjh@ikghts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vlysys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xqaM@xqUgsxkj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rMhikj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;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kapk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‘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/k ?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skoqu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dk;Zokgh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dj.ks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		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egkuxjikyhdsdMqu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vko’;d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mik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; ;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kstuk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mnk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jLrk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nq:Lrh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jks”k.kkbZ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ik.kcqMs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iFkd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use.ks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oxSjs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dk;Zokgh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d:u ?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ks.ks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brj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[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kkrs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mnk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fot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forj.k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daiuh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VsyhQksu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vkjksX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;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foHkkx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vXuh’keu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ny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gksexkMZ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Lo;alsoh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la?kVuk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bR;knhaph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enr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?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ks.ks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iksyhl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vf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/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kdkjh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o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deZpkjh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;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kaP;k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jtk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o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lkIrkfgd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lqVV;k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can d:u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tkLrhr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tkLr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euq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”;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cG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miyC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/k d:u ?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ks.ks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egROkkps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o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laosnu’khy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Hkkxkr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fdaok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fQDl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ikWbZaV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o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isVªksyhax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use.ks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egRokph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/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kkfeZd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LFkGs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iqrGs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bR;knh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fBdk.kh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cankscLr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use.ks</a:t>
            </a:r>
            <a:endParaRPr lang="en-US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marL="342900" lvl="0" indent="-342900">
              <a:buFont typeface="Arial" pitchFamily="34" charset="0"/>
              <a:buChar char="•"/>
            </a:pP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jk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[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kho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QkslZ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dMqu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vko’;drsuqlkj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laosnu’khy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Hkkxkr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lapyu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dj.ks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iksyhl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egklapkyd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e-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jk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eaqcbZ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vk;qDRk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]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jkT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;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xqIrokrkZ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foHkkx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;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kaP;k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dMqu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vkysyh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ekfgrh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loZ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-LVs-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yk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dGfo.ks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o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R;kaP;k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lqpukaps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ikyu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dj.ks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foltZu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ekxkZoj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Lokxr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d{k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mHkkj.kkÚ;k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la?kVuk@jktdh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;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{k ;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kaph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cSBd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?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ksowu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,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dp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Lokxr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d{k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mHkkj.;kr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;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kok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;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klkBh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lqpuk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ns.ks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</a:t>
            </a:r>
          </a:p>
          <a:p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                      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lkoZtfud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x.k’kksRlo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‘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kkarrsr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ikj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iMkok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;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klkBh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lIVsacj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2018 e/;s ukf’kd ‘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kgjkrhy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‘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kklfd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;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vf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/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kdkjh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¼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leUo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;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lferh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lnL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; ½ ‘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kkarrk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lferh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lnL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; ;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kaph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cSBd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?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ks.;kr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 </a:t>
            </a:r>
            <a:r>
              <a:rPr lang="en-US" b="1" dirty="0" err="1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vkyh</a:t>
            </a:r>
            <a:r>
              <a:rPr lang="en-US" b="1" dirty="0" smtClean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0" pitchFamily="2" charset="0"/>
              </a:rPr>
              <a:t>-</a:t>
            </a:r>
            <a:endParaRPr lang="en-US" sz="2000" b="1" dirty="0" smtClean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0" pitchFamily="2" charset="0"/>
            </a:endParaRPr>
          </a:p>
          <a:p>
            <a:pPr algn="ctr"/>
            <a:endParaRPr lang="en-US" sz="2800" b="1" dirty="0" smtClean="0">
              <a:solidFill>
                <a:srgbClr val="FF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500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2400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" pitchFamily="2" charset="2"/>
              <a:buChar char="Ø"/>
              <a:defRPr/>
            </a:pPr>
            <a:r>
              <a:rPr lang="en-US" sz="4400" b="1" dirty="0" smtClean="0">
                <a:solidFill>
                  <a:srgbClr val="FFFF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   </a:t>
            </a:r>
            <a:r>
              <a:rPr lang="en-US" sz="4400" b="1" dirty="0" err="1" smtClean="0">
                <a:solidFill>
                  <a:srgbClr val="00B0F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foltZu</a:t>
            </a:r>
            <a:r>
              <a:rPr lang="en-US" sz="4400" b="1" dirty="0" smtClean="0">
                <a:solidFill>
                  <a:srgbClr val="00B0F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 &amp; </a:t>
            </a:r>
            <a:r>
              <a:rPr lang="en-US" sz="4400" b="1" dirty="0" err="1" smtClean="0">
                <a:solidFill>
                  <a:srgbClr val="00B0F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eqrhZnku</a:t>
            </a:r>
            <a:r>
              <a:rPr lang="en-US" sz="4400" b="1" dirty="0" smtClean="0">
                <a:solidFill>
                  <a:srgbClr val="00B0F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 ¼ ik.kh </a:t>
            </a:r>
            <a:r>
              <a:rPr lang="en-US" sz="4400" b="1" dirty="0" err="1" smtClean="0">
                <a:solidFill>
                  <a:srgbClr val="00B0F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iznq”k.k</a:t>
            </a:r>
            <a:r>
              <a:rPr lang="en-US" sz="4400" b="1" dirty="0" smtClean="0">
                <a:solidFill>
                  <a:srgbClr val="00B0F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 eqDr½</a:t>
            </a:r>
          </a:p>
        </p:txBody>
      </p:sp>
      <p:grpSp>
        <p:nvGrpSpPr>
          <p:cNvPr id="2" name="Group 9"/>
          <p:cNvGrpSpPr/>
          <p:nvPr/>
        </p:nvGrpSpPr>
        <p:grpSpPr>
          <a:xfrm>
            <a:off x="4851400" y="1981200"/>
            <a:ext cx="3987800" cy="3429003"/>
            <a:chOff x="4241800" y="2895600"/>
            <a:chExt cx="4902200" cy="3962400"/>
          </a:xfrm>
        </p:grpSpPr>
        <p:pic>
          <p:nvPicPr>
            <p:cNvPr id="9218" name="Picture 2" descr="C:\Users\Admin\Desktop\Final\For PPT\CP Pic\14099048345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241800" y="2895600"/>
              <a:ext cx="4902200" cy="396240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1027" name="Picture 3" descr="C:\Users\Admin\Downloads\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001000" y="5977464"/>
              <a:ext cx="1143000" cy="857249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3" name="Group 8"/>
          <p:cNvGrpSpPr/>
          <p:nvPr/>
        </p:nvGrpSpPr>
        <p:grpSpPr>
          <a:xfrm>
            <a:off x="381000" y="1981200"/>
            <a:ext cx="4038600" cy="3540740"/>
            <a:chOff x="0" y="1752600"/>
            <a:chExt cx="4267200" cy="4020843"/>
          </a:xfrm>
        </p:grpSpPr>
        <p:pic>
          <p:nvPicPr>
            <p:cNvPr id="1026" name="Picture 2" descr="C:\Users\Admin\Desktop\Final\For PPT\CP Pic\Plaster-of-Paris-Ganpati-Idols.jpg"/>
            <p:cNvPicPr>
              <a:picLocks noChangeAspect="1" noChangeArrowheads="1"/>
            </p:cNvPicPr>
            <p:nvPr/>
          </p:nvPicPr>
          <p:blipFill>
            <a:blip r:embed="rId4"/>
            <a:srcRect r="23310"/>
            <a:stretch>
              <a:fillRect/>
            </a:stretch>
          </p:blipFill>
          <p:spPr bwMode="auto">
            <a:xfrm>
              <a:off x="0" y="1752600"/>
              <a:ext cx="4267200" cy="396240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1028" name="Picture 4" descr="C:\Users\Admin\Downloads\2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185129" y="4954293"/>
              <a:ext cx="1082071" cy="81915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228600"/>
            <a:ext cx="8839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rgbClr val="7030A0"/>
              </a:buClr>
              <a:buSzPct val="95000"/>
              <a:buFont typeface="Wingdings" pitchFamily="2" charset="2"/>
              <a:buChar char="Ø"/>
              <a:defRPr/>
            </a:pPr>
            <a:r>
              <a:rPr lang="en-US" sz="4400" b="1" dirty="0" smtClean="0">
                <a:solidFill>
                  <a:srgbClr val="7030A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   </a:t>
            </a:r>
            <a:r>
              <a:rPr lang="en-US" sz="4400" b="1" dirty="0" smtClean="0">
                <a:solidFill>
                  <a:srgbClr val="7030A0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,d </a:t>
            </a:r>
            <a:r>
              <a:rPr lang="en-US" sz="4400" b="1" dirty="0" err="1" smtClean="0">
                <a:solidFill>
                  <a:srgbClr val="7030A0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okWMZ</a:t>
            </a:r>
            <a:r>
              <a:rPr lang="en-US" sz="4400" b="1" dirty="0" smtClean="0">
                <a:solidFill>
                  <a:srgbClr val="7030A0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 ,d </a:t>
            </a:r>
            <a:r>
              <a:rPr lang="en-US" sz="4400" b="1" dirty="0" err="1" smtClean="0">
                <a:solidFill>
                  <a:srgbClr val="7030A0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x.kirh</a:t>
            </a:r>
            <a:r>
              <a:rPr lang="en-US" sz="4400" b="1" dirty="0" smtClean="0">
                <a:solidFill>
                  <a:srgbClr val="7030A0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 </a:t>
            </a:r>
          </a:p>
        </p:txBody>
      </p:sp>
      <p:pic>
        <p:nvPicPr>
          <p:cNvPr id="12290" name="Picture 2" descr="C:\Users\Admin\Desktop\Final\For PPT\CP Pic\ek ward ek ganesh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88" y="1219200"/>
            <a:ext cx="9070508" cy="561887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600" y="228600"/>
            <a:ext cx="8839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ct val="20000"/>
              </a:spcBef>
              <a:buClr>
                <a:srgbClr val="7030A0"/>
              </a:buClr>
              <a:buSzPct val="95000"/>
              <a:buFont typeface="Wingdings" pitchFamily="2" charset="2"/>
              <a:buChar char="Ø"/>
              <a:defRPr/>
            </a:pPr>
            <a:r>
              <a:rPr lang="en-US" sz="4800" b="1" dirty="0" smtClean="0">
                <a:solidFill>
                  <a:srgbClr val="7030A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 </a:t>
            </a:r>
            <a:r>
              <a:rPr lang="en-US" sz="4800" b="1" dirty="0" err="1" smtClean="0">
                <a:solidFill>
                  <a:srgbClr val="7030A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izR;sd</a:t>
            </a:r>
            <a:r>
              <a:rPr lang="en-US" sz="4800" b="1" dirty="0" smtClean="0">
                <a:solidFill>
                  <a:srgbClr val="7030A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 </a:t>
            </a:r>
            <a:r>
              <a:rPr lang="en-US" sz="4800" b="1" dirty="0" err="1" smtClean="0">
                <a:solidFill>
                  <a:srgbClr val="7030A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x.ks’k</a:t>
            </a:r>
            <a:r>
              <a:rPr lang="en-US" sz="4800" b="1" dirty="0" smtClean="0">
                <a:solidFill>
                  <a:srgbClr val="7030A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 </a:t>
            </a:r>
            <a:r>
              <a:rPr lang="en-US" sz="4800" b="1" dirty="0" err="1" smtClean="0">
                <a:solidFill>
                  <a:srgbClr val="7030A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eaMG</a:t>
            </a:r>
            <a:r>
              <a:rPr lang="en-US" sz="4800" b="1" dirty="0" smtClean="0">
                <a:solidFill>
                  <a:srgbClr val="7030A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 </a:t>
            </a:r>
            <a:r>
              <a:rPr lang="en-US" sz="4800" b="1" dirty="0" err="1" smtClean="0">
                <a:solidFill>
                  <a:srgbClr val="7030A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Lo;alsod</a:t>
            </a:r>
            <a:r>
              <a:rPr lang="en-US" sz="4800" b="1" dirty="0" smtClean="0">
                <a:solidFill>
                  <a:srgbClr val="7030A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710" pitchFamily="2" charset="0"/>
              </a:rPr>
              <a:t> use.kwd </a:t>
            </a:r>
          </a:p>
        </p:txBody>
      </p:sp>
      <p:pic>
        <p:nvPicPr>
          <p:cNvPr id="4098" name="Picture 2" descr="C:\Users\Admin\Desktop\Magar Saheb Final Work\Ganesh-Puja-starts-690x37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9" y="1447800"/>
            <a:ext cx="8915401" cy="48711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762000"/>
          </a:xfrm>
        </p:spPr>
        <p:txBody>
          <a:bodyPr>
            <a:normAutofit fontScale="32500" lnSpcReduction="20000"/>
          </a:bodyPr>
          <a:lstStyle/>
          <a:p>
            <a:pPr algn="ctr"/>
            <a:r>
              <a:rPr lang="en-US" sz="7200" b="0" dirty="0" smtClean="0">
                <a:latin typeface="Kruti Dev 055" pitchFamily="2" charset="0"/>
              </a:rPr>
              <a:t>	</a:t>
            </a:r>
          </a:p>
          <a:p>
            <a:r>
              <a:rPr lang="en-US" sz="7200" b="0" dirty="0" smtClean="0">
                <a:latin typeface="Kruti Dev 055" pitchFamily="2" charset="0"/>
              </a:rPr>
              <a:t>	</a:t>
            </a:r>
            <a:endParaRPr lang="en-US" sz="3200" b="0" dirty="0" smtClean="0">
              <a:latin typeface="Kruti Dev 055" pitchFamily="2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9144000" cy="6705600"/>
          </a:xfrm>
          <a:prstGeom prst="roundRect">
            <a:avLst>
              <a:gd name="adj" fmla="val 19253"/>
            </a:avLst>
          </a:prstGeom>
          <a:blipFill>
            <a:blip r:embed="rId2">
              <a:extLst>
                <a:ext uri="{BEBA8EAE-BF5A-486C-A8C5-ECC9F3942E4B}">
                  <a14:imgProps xmlns:a14="http://schemas.microsoft.com/office/drawing/2010/main" xmlns="">
                    <a14:imgLayer r:embed="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2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laiow</a:t>
            </a:r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 /</a:t>
            </a:r>
            <a:r>
              <a:rPr lang="en-US" sz="72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ouh</a:t>
            </a:r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 </a:t>
            </a:r>
            <a:r>
              <a:rPr lang="en-US" sz="72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iznq”k.k</a:t>
            </a:r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 ---</a:t>
            </a:r>
          </a:p>
          <a:p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         </a:t>
            </a:r>
            <a:r>
              <a:rPr lang="en-US" sz="72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tiw;k</a:t>
            </a:r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 </a:t>
            </a:r>
            <a:r>
              <a:rPr lang="en-US" sz="72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i;kZoj.k</a:t>
            </a:r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 - - -  </a:t>
            </a:r>
            <a:b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</a:br>
            <a:r>
              <a:rPr lang="en-US" sz="72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ykMD;k</a:t>
            </a:r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 </a:t>
            </a:r>
            <a:r>
              <a:rPr lang="en-US" sz="72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x.kjk;kpk</a:t>
            </a:r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 - - -  </a:t>
            </a:r>
            <a:b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</a:br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        ok&lt;</a:t>
            </a:r>
            <a:r>
              <a:rPr lang="en-US" sz="72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ow;k</a:t>
            </a:r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 </a:t>
            </a:r>
            <a:r>
              <a:rPr lang="en-US" sz="72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eaxy</a:t>
            </a:r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 </a:t>
            </a:r>
            <a:r>
              <a:rPr lang="en-US" sz="72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l.k</a:t>
            </a:r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 </a:t>
            </a:r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714" pitchFamily="2" charset="0"/>
              </a:rPr>
              <a:t>- - - </a:t>
            </a:r>
            <a:endParaRPr lang="en-US" sz="239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Kruti Dev 714" pitchFamily="2" charset="0"/>
            </a:endParaRP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762000"/>
          </a:xfrm>
        </p:spPr>
        <p:txBody>
          <a:bodyPr>
            <a:normAutofit fontScale="32500" lnSpcReduction="20000"/>
          </a:bodyPr>
          <a:lstStyle/>
          <a:p>
            <a:pPr algn="ctr"/>
            <a:r>
              <a:rPr lang="en-US" sz="7200" b="0" dirty="0" smtClean="0">
                <a:latin typeface="Kruti Dev 055" pitchFamily="2" charset="0"/>
              </a:rPr>
              <a:t>	</a:t>
            </a:r>
          </a:p>
          <a:p>
            <a:r>
              <a:rPr lang="en-US" sz="7200" b="0" dirty="0" smtClean="0">
                <a:latin typeface="Kruti Dev 055" pitchFamily="2" charset="0"/>
              </a:rPr>
              <a:t>	</a:t>
            </a:r>
            <a:endParaRPr lang="en-US" sz="3200" b="0" dirty="0" smtClean="0">
              <a:latin typeface="Kruti Dev 055" pitchFamily="2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9144000" cy="990600"/>
          </a:xfrm>
          <a:prstGeom prst="roundRect">
            <a:avLst>
              <a:gd name="adj" fmla="val 19253"/>
            </a:avLst>
          </a:prstGeom>
          <a:blipFill>
            <a:blip r:embed="rId3">
              <a:extLst>
                <a:ext uri="{BEBA8EAE-BF5A-486C-A8C5-ECC9F3942E4B}">
                  <a14:imgProps xmlns:a14="http://schemas.microsoft.com/office/drawing/2010/main" xmlns="">
                    <a14:imgLayer r:embed="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10" pitchFamily="2" charset="0"/>
              </a:rPr>
              <a:t>/</a:t>
            </a:r>
            <a:r>
              <a:rPr lang="en-US" sz="96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10" pitchFamily="2" charset="0"/>
              </a:rPr>
              <a:t>kU;okn</a:t>
            </a:r>
            <a:r>
              <a:rPr lang="en-US" sz="9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10" pitchFamily="2" charset="0"/>
              </a:rPr>
              <a:t>---</a:t>
            </a:r>
            <a:endParaRPr lang="en-US" sz="9600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6" name="Atharv Shirsh.m4a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4"/>
          <a:stretch>
            <a:fillRect/>
          </a:stretch>
        </p:blipFill>
        <p:spPr>
          <a:xfrm>
            <a:off x="8839200" y="6096000"/>
            <a:ext cx="304800" cy="30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5715000"/>
            <a:ext cx="9144000" cy="990600"/>
          </a:xfrm>
          <a:prstGeom prst="roundRect">
            <a:avLst>
              <a:gd name="adj" fmla="val 19253"/>
            </a:avLst>
          </a:prstGeom>
          <a:blipFill>
            <a:blip r:embed="rId3">
              <a:extLst>
                <a:ext uri="{BEBA8EAE-BF5A-486C-A8C5-ECC9F3942E4B}">
                  <a14:imgProps xmlns:a14="http://schemas.microsoft.com/office/drawing/2010/main" xmlns="">
                    <a14:imgLayer r:embed="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10" pitchFamily="2" charset="0"/>
              </a:rPr>
              <a:t>lkekftd</a:t>
            </a:r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10" pitchFamily="2" charset="0"/>
              </a:rPr>
              <a:t> ,</a:t>
            </a:r>
            <a:r>
              <a:rPr lang="en-US" sz="72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10" pitchFamily="2" charset="0"/>
              </a:rPr>
              <a:t>sD;krwup</a:t>
            </a:r>
            <a:r>
              <a:rPr lang="en-US" sz="72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10" pitchFamily="2" charset="0"/>
              </a:rPr>
              <a:t> </a:t>
            </a:r>
            <a:r>
              <a:rPr lang="en-US" sz="72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10" pitchFamily="2" charset="0"/>
              </a:rPr>
              <a:t>izxrh</a:t>
            </a:r>
            <a:endParaRPr lang="en-US" sz="239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Kruti Dev 010" pitchFamily="2" charset="0"/>
            </a:endParaRP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5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</TotalTime>
  <Words>2335</Words>
  <Application>Microsoft Office PowerPoint</Application>
  <PresentationFormat>On-screen Show (4:3)</PresentationFormat>
  <Paragraphs>1125</Paragraphs>
  <Slides>31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Sarvadnya</dc:creator>
  <cp:lastModifiedBy>india</cp:lastModifiedBy>
  <cp:revision>147</cp:revision>
  <dcterms:created xsi:type="dcterms:W3CDTF">2019-07-25T13:52:29Z</dcterms:created>
  <dcterms:modified xsi:type="dcterms:W3CDTF">2021-09-06T04:52:50Z</dcterms:modified>
</cp:coreProperties>
</file>