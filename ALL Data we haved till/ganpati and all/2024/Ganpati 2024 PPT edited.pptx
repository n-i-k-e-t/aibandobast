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9"/>
  </p:notesMasterIdLst>
  <p:sldIdLst>
    <p:sldId id="258" r:id="rId2"/>
    <p:sldId id="334" r:id="rId3"/>
    <p:sldId id="335" r:id="rId4"/>
    <p:sldId id="365" r:id="rId5"/>
    <p:sldId id="366" r:id="rId6"/>
    <p:sldId id="261" r:id="rId7"/>
    <p:sldId id="372" r:id="rId8"/>
    <p:sldId id="373" r:id="rId9"/>
    <p:sldId id="306" r:id="rId10"/>
    <p:sldId id="266" r:id="rId11"/>
    <p:sldId id="307" r:id="rId12"/>
    <p:sldId id="267" r:id="rId13"/>
    <p:sldId id="308" r:id="rId14"/>
    <p:sldId id="269" r:id="rId15"/>
    <p:sldId id="358" r:id="rId16"/>
    <p:sldId id="348" r:id="rId17"/>
    <p:sldId id="349" r:id="rId18"/>
    <p:sldId id="364" r:id="rId19"/>
    <p:sldId id="350" r:id="rId20"/>
    <p:sldId id="368" r:id="rId21"/>
    <p:sldId id="367" r:id="rId22"/>
    <p:sldId id="370" r:id="rId23"/>
    <p:sldId id="352" r:id="rId24"/>
    <p:sldId id="353" r:id="rId25"/>
    <p:sldId id="363" r:id="rId26"/>
    <p:sldId id="369" r:id="rId27"/>
    <p:sldId id="371" r:id="rId28"/>
    <p:sldId id="359" r:id="rId29"/>
    <p:sldId id="355" r:id="rId30"/>
    <p:sldId id="356" r:id="rId31"/>
    <p:sldId id="323" r:id="rId32"/>
    <p:sldId id="357" r:id="rId33"/>
    <p:sldId id="291" r:id="rId34"/>
    <p:sldId id="294" r:id="rId35"/>
    <p:sldId id="299" r:id="rId36"/>
    <p:sldId id="301" r:id="rId37"/>
    <p:sldId id="302" r:id="rId3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051DC"/>
    <a:srgbClr val="000099"/>
    <a:srgbClr val="FF33CC"/>
    <a:srgbClr val="006600"/>
    <a:srgbClr val="802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99" autoAdjust="0"/>
  </p:normalViewPr>
  <p:slideViewPr>
    <p:cSldViewPr>
      <p:cViewPr>
        <p:scale>
          <a:sx n="80" d="100"/>
          <a:sy n="80" d="100"/>
        </p:scale>
        <p:origin x="2514" y="5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r">
              <a:defRPr sz="1200"/>
            </a:lvl1pPr>
          </a:lstStyle>
          <a:p>
            <a:fld id="{91200197-75A6-49C0-A200-E6E2091030B6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9" tIns="48320" rIns="96639" bIns="483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39" tIns="48320" rIns="96639" bIns="483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r">
              <a:defRPr sz="1200"/>
            </a:lvl1pPr>
          </a:lstStyle>
          <a:p>
            <a:fld id="{A107D270-2E12-4C44-BD3A-B2CA387CCF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D5CD7BB-744A-44EC-8235-8B871DBC4AAB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2338188-19D5-4462-85B6-9D65705AC513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D32790D-A1CC-4599-8857-8FF1B12F99D0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7C26-AFF6-4A27-B3FC-F6E8D5452499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DF100-F8CE-4D65-A654-D5522ADB0EC8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586FA21-4771-4407-B537-E3342ECD932D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9622-126B-4AD9-80F5-2039AED14347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DAB9F80-BEC0-4EF0-BC99-65D16B2FE7C6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13C468E-D342-475B-97C7-9A3B10BC32AA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064B-A38A-49CA-BC75-7633381D2C08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8AAE-A9B9-4AB4-A95F-28080EA448CD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ECA3175-C425-44F9-B545-D8EF5CCFD8C0}" type="datetime1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1F6D6AB-6DFB-42E4-B9FF-DB494B863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fejo.kqd@tqyw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Admin\Desktop\Magar%20Saheb%20Final%20Work\Atharv%20Shirsh.m4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ganesh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447800"/>
            <a:ext cx="3900488" cy="4849630"/>
          </a:xfrm>
          <a:prstGeom prst="rect">
            <a:avLst/>
          </a:prstGeom>
        </p:spPr>
      </p:pic>
      <p:pic>
        <p:nvPicPr>
          <p:cNvPr id="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828800"/>
            <a:ext cx="676275" cy="647700"/>
          </a:xfrm>
          <a:prstGeom prst="rect">
            <a:avLst/>
          </a:prstGeom>
          <a:noFill/>
        </p:spPr>
      </p:pic>
      <p:pic>
        <p:nvPicPr>
          <p:cNvPr id="13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24800" y="4267200"/>
            <a:ext cx="657225" cy="695325"/>
          </a:xfrm>
          <a:prstGeom prst="rect">
            <a:avLst/>
          </a:prstGeom>
          <a:noFill/>
        </p:spPr>
      </p:pic>
      <p:pic>
        <p:nvPicPr>
          <p:cNvPr id="16" name="Picture 2" descr="C:\Users\Admin\Desktop\Final\Phool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2514600"/>
            <a:ext cx="657225" cy="695325"/>
          </a:xfrm>
          <a:prstGeom prst="rect">
            <a:avLst/>
          </a:prstGeom>
          <a:noFill/>
        </p:spPr>
      </p:pic>
      <p:pic>
        <p:nvPicPr>
          <p:cNvPr id="19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34200" y="4267200"/>
            <a:ext cx="695325" cy="666750"/>
          </a:xfrm>
          <a:prstGeom prst="rect">
            <a:avLst/>
          </a:prstGeom>
          <a:noFill/>
        </p:spPr>
      </p:pic>
      <p:pic>
        <p:nvPicPr>
          <p:cNvPr id="21" name="Picture 4" descr="C:\Users\Admin\Desktop\Final\Phool2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2600" y="2362200"/>
            <a:ext cx="695325" cy="66675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1905000" y="511314"/>
            <a:ext cx="678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ukf‘kd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‘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kgj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iksyhl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000099"/>
                </a:solidFill>
                <a:latin typeface="Kruti Dev 055" pitchFamily="2" charset="0"/>
              </a:rPr>
              <a:t>vk;qDrky</a:t>
            </a:r>
            <a:r>
              <a:rPr lang="en-US" sz="4400" b="1" dirty="0">
                <a:solidFill>
                  <a:srgbClr val="000099"/>
                </a:solidFill>
                <a:latin typeface="Kruti Dev 055" pitchFamily="2" charset="0"/>
              </a:rPr>
              <a:t>; 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0" r="13181" b="9914"/>
          <a:stretch>
            <a:fillRect/>
          </a:stretch>
        </p:blipFill>
        <p:spPr bwMode="auto">
          <a:xfrm>
            <a:off x="381000" y="457200"/>
            <a:ext cx="152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 descr="C:\Users\Admin\Desktop\Final\Phool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3581400"/>
            <a:ext cx="676275" cy="6477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54 0.01202 C -0.11528 -0.02614 -0.16684 -0.0643 -0.21163 -0.08326 C -0.25642 -0.10223 -0.28264 -0.13761 -0.33264 -0.10153 C -0.38264 -0.06545 -0.4776 0.0821 -0.51163 0.13367 C -0.54566 0.18524 -0.53299 0.19449 -0.53629 0.20767 " pathEditMode="relative" ptsTypes="aaa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3 -0.01711 C 0.09514 -0.05157 0.13716 -0.08603 0.18282 -0.09435 C 0.2283 -0.10268 0.26025 -0.11887 0.32726 -0.0666 C 0.39427 -0.01434 0.54219 0.17207 0.58525 0.21971 " pathEditMode="relative" ptsTypes="aa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22 -0.06013 C -0.11111 -0.142 -0.175 -0.22364 -0.25469 -0.19658 C -0.33438 -0.16952 -0.48004 0.05273 -0.525 0.10268 " pathEditMode="relative" ptsTypes="a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87 0.00069 C 0.0585 -0.05042 0.06632 -0.1013 0.09409 -0.1309 C 0.12187 -0.1605 0.16076 -0.19658 0.21753 -0.17692 C 0.2743 -0.15727 0.38333 -0.06568 0.43489 -0.01249 C 0.48646 0.0407 0.51198 0.11655 0.52743 0.14223 " pathEditMode="relative" ptsTypes="aaaaA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47 -0.03793 C -0.17674 -0.1265 -0.24584 -0.21485 -0.30625 -0.22872 C -0.36667 -0.2426 -0.41702 -0.18062 -0.47049 -0.12188 C -0.52396 -0.06314 -0.60122 0.08233 -0.62726 0.12327 " pathEditMode="relative" ptsTypes="aa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364 -0.07169 C 0.12048 -0.12465 0.1375 -0.17761 0.17031 -0.20144 C 0.20312 -0.22526 0.24774 -0.23266 0.30104 -0.21462 C 0.35434 -0.19658 0.43507 -0.15194 0.48993 -0.09297 C 0.54479 -0.034 0.58767 0.0525 0.63073 0.13899 " pathEditMode="relative" ptsTypes="aaa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754489" y="510822"/>
            <a:ext cx="3124200" cy="457200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369124"/>
            <a:ext cx="7924800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izLrkouk</a:t>
            </a:r>
            <a:endParaRPr lang="en-US" sz="36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Jhx.ks’kksRlo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bZn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, 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feykn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cankscLr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r;kjh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vk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&lt;</a:t>
            </a:r>
            <a:r>
              <a:rPr lang="en-US" sz="2800" b="1" dirty="0" err="1">
                <a:solidFill>
                  <a:srgbClr val="FF0000"/>
                </a:solidFill>
                <a:latin typeface="Kruti Dev 055" pitchFamily="2" charset="0"/>
              </a:rPr>
              <a:t>kok</a:t>
            </a:r>
            <a:r>
              <a:rPr lang="en-US" sz="28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 err="1">
                <a:latin typeface="Kruti Dev 055" pitchFamily="2" charset="0"/>
              </a:rPr>
              <a:t>Ukkf‘kd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iksyhl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vk;qDrky</a:t>
            </a:r>
            <a:r>
              <a:rPr lang="en-US" sz="2000" b="1" dirty="0">
                <a:latin typeface="Kruti Dev 055" pitchFamily="2" charset="0"/>
              </a:rPr>
              <a:t>; </a:t>
            </a:r>
            <a:r>
              <a:rPr lang="en-US" sz="2000" b="1" dirty="0" err="1">
                <a:latin typeface="Kruti Dev 055" pitchFamily="2" charset="0"/>
              </a:rPr>
              <a:t>gn~nhr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Jh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x.ks’kksRlok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fufeRr</a:t>
            </a:r>
            <a:r>
              <a:rPr lang="en-US" sz="2000" b="1" dirty="0">
                <a:latin typeface="Kruti Dev 055" pitchFamily="2" charset="0"/>
              </a:rPr>
              <a:t>  </a:t>
            </a:r>
            <a:r>
              <a:rPr lang="en-US" sz="2000" b="1" dirty="0" err="1">
                <a:latin typeface="Kruti Dev 055" pitchFamily="2" charset="0"/>
              </a:rPr>
              <a:t>Jh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vkxeu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fejo.kqdk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fu?kr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vlrkr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lkoZtfud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tkxsoj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x.ks’keqrhZph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LFkkiuk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djrkr</a:t>
            </a:r>
            <a:r>
              <a:rPr lang="en-IN" sz="2000" b="1" dirty="0">
                <a:latin typeface="Kruti Dev 055" pitchFamily="2" charset="0"/>
              </a:rPr>
              <a:t>- </a:t>
            </a:r>
            <a:r>
              <a:rPr lang="en-IN" sz="2000" b="1" dirty="0" err="1">
                <a:latin typeface="Kruti Dev 055" pitchFamily="2" charset="0"/>
              </a:rPr>
              <a:t>fofo</a:t>
            </a:r>
            <a:r>
              <a:rPr lang="en-IN" sz="2000" b="1" dirty="0">
                <a:latin typeface="Kruti Dev 055" pitchFamily="2" charset="0"/>
              </a:rPr>
              <a:t>/k </a:t>
            </a:r>
            <a:r>
              <a:rPr lang="en-IN" sz="2000" b="1" dirty="0" err="1">
                <a:latin typeface="Kruti Dev 055" pitchFamily="2" charset="0"/>
              </a:rPr>
              <a:t>fo”k;kaoj</a:t>
            </a:r>
            <a:r>
              <a:rPr lang="en-IN" sz="2000" b="1" dirty="0">
                <a:latin typeface="Kruti Dev 055" pitchFamily="2" charset="0"/>
              </a:rPr>
              <a:t> ns[</a:t>
            </a:r>
            <a:r>
              <a:rPr lang="en-IN" sz="2000" b="1" dirty="0" err="1">
                <a:latin typeface="Kruti Dev 055" pitchFamily="2" charset="0"/>
              </a:rPr>
              <a:t>kkos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lknj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dsys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tkrkr</a:t>
            </a:r>
            <a:r>
              <a:rPr lang="en-IN" sz="2000" b="1" dirty="0">
                <a:latin typeface="Kruti Dev 055" pitchFamily="2" charset="0"/>
              </a:rPr>
              <a:t>- </a:t>
            </a:r>
            <a:r>
              <a:rPr lang="en-IN" sz="2000" b="1" dirty="0" err="1">
                <a:latin typeface="Kruti Dev 055" pitchFamily="2" charset="0"/>
              </a:rPr>
              <a:t>R;kvuq”kaxkus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lu</a:t>
            </a:r>
            <a:r>
              <a:rPr lang="en-IN" sz="2000" b="1" dirty="0">
                <a:latin typeface="Kruti Dev 055" pitchFamily="2" charset="0"/>
              </a:rPr>
              <a:t> 2024 </a:t>
            </a:r>
            <a:r>
              <a:rPr lang="en-IN" sz="2000" b="1" dirty="0" err="1">
                <a:latin typeface="Kruti Dev 055" pitchFamily="2" charset="0"/>
              </a:rPr>
              <a:t>x.ks’kksRlo</a:t>
            </a:r>
            <a:r>
              <a:rPr lang="en-IN" sz="2000" b="1" dirty="0">
                <a:latin typeface="Kruti Dev 055" pitchFamily="2" charset="0"/>
              </a:rPr>
              <a:t> fn- 07@09@2024 </a:t>
            </a:r>
            <a:r>
              <a:rPr lang="en-IN" sz="2000" b="1" dirty="0" err="1">
                <a:latin typeface="Kruti Dev 055" pitchFamily="2" charset="0"/>
              </a:rPr>
              <a:t>rs</a:t>
            </a:r>
            <a:r>
              <a:rPr lang="en-IN" sz="2000" b="1" dirty="0">
                <a:latin typeface="Kruti Dev 055" pitchFamily="2" charset="0"/>
              </a:rPr>
              <a:t> 17@09@2024 </a:t>
            </a:r>
            <a:r>
              <a:rPr lang="en-IN" sz="2000" b="1" dirty="0" err="1">
                <a:latin typeface="Kruti Dev 055" pitchFamily="2" charset="0"/>
              </a:rPr>
              <a:t>njE;ku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lktjk</a:t>
            </a:r>
            <a:r>
              <a:rPr lang="en-IN" sz="2000" b="1" dirty="0">
                <a:latin typeface="Kruti Dev 055" pitchFamily="2" charset="0"/>
              </a:rPr>
              <a:t> gks.kkj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  <a:r>
              <a:rPr lang="en-IN" sz="2000" b="1" dirty="0" err="1">
                <a:latin typeface="Kruti Dev 055" pitchFamily="2" charset="0"/>
              </a:rPr>
              <a:t>R;kvuq”kaxkus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cankscLrkps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fu;kstu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rlsp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brj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iz’kklu</a:t>
            </a:r>
            <a:r>
              <a:rPr lang="en-IN" sz="2000" b="1" dirty="0">
                <a:latin typeface="Kruti Dev 055" pitchFamily="2" charset="0"/>
              </a:rPr>
              <a:t>]</a:t>
            </a:r>
            <a:r>
              <a:rPr lang="en-IN" sz="2000" b="1" dirty="0" err="1">
                <a:latin typeface="Kruti Dev 055" pitchFamily="2" charset="0"/>
              </a:rPr>
              <a:t>iksyhl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iz’kklu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kaP;k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leUoa</a:t>
            </a:r>
            <a:r>
              <a:rPr lang="en-IN" sz="2000" b="1" dirty="0">
                <a:latin typeface="Kruti Dev 055" pitchFamily="2" charset="0"/>
              </a:rPr>
              <a:t>; </a:t>
            </a:r>
            <a:r>
              <a:rPr lang="en-IN" sz="2000" b="1" dirty="0" err="1">
                <a:latin typeface="Kruti Dev 055" pitchFamily="2" charset="0"/>
              </a:rPr>
              <a:t>cSBdk</a:t>
            </a:r>
            <a:r>
              <a:rPr lang="en-IN" sz="2000" b="1" dirty="0">
                <a:latin typeface="Kruti Dev 055" pitchFamily="2" charset="0"/>
              </a:rPr>
              <a:t> ?</a:t>
            </a:r>
            <a:r>
              <a:rPr lang="en-IN" sz="2000" b="1" dirty="0" err="1">
                <a:latin typeface="Kruti Dev 055" pitchFamily="2" charset="0"/>
              </a:rPr>
              <a:t>ks.;kr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vkY;k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vkgsr</a:t>
            </a:r>
            <a:r>
              <a:rPr lang="en-IN" sz="2000" b="1" dirty="0">
                <a:latin typeface="Kruti Dev 055" pitchFamily="2" charset="0"/>
              </a:rPr>
              <a:t>- </a:t>
            </a:r>
            <a:r>
              <a:rPr lang="en-IN" sz="2000" b="1" dirty="0" err="1">
                <a:latin typeface="Kruti Dev 055" pitchFamily="2" charset="0"/>
              </a:rPr>
              <a:t>cankscLrkdfjrk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vfrfjDr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euq</a:t>
            </a:r>
            <a:r>
              <a:rPr lang="en-IN" sz="2000" b="1" dirty="0">
                <a:latin typeface="Kruti Dev 055" pitchFamily="2" charset="0"/>
              </a:rPr>
              <a:t>”;</a:t>
            </a:r>
            <a:r>
              <a:rPr lang="en-IN" sz="2000" b="1" dirty="0" err="1">
                <a:latin typeface="Kruti Dev 055" pitchFamily="2" charset="0"/>
              </a:rPr>
              <a:t>cGkph</a:t>
            </a:r>
            <a:r>
              <a:rPr lang="en-IN" sz="2000" b="1" dirty="0">
                <a:latin typeface="Kruti Dev 055" pitchFamily="2" charset="0"/>
              </a:rPr>
              <a:t> ekx.kh </a:t>
            </a:r>
            <a:r>
              <a:rPr lang="en-IN" sz="2000" b="1" dirty="0" err="1">
                <a:latin typeface="Kruti Dev 055" pitchFamily="2" charset="0"/>
              </a:rPr>
              <a:t>dj.;kr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vkysyh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</a:rPr>
              <a:t> ‘</a:t>
            </a:r>
            <a:r>
              <a:rPr lang="en-IN" sz="2000" b="1" dirty="0" err="1">
                <a:latin typeface="Kruti Dev 055" pitchFamily="2" charset="0"/>
              </a:rPr>
              <a:t>kgjkr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egRokP;k</a:t>
            </a:r>
            <a:r>
              <a:rPr lang="en-IN" sz="2000" b="1" dirty="0">
                <a:latin typeface="Kruti Dev 055" pitchFamily="2" charset="0"/>
              </a:rPr>
              <a:t> fBdk.kh v o c </a:t>
            </a:r>
            <a:r>
              <a:rPr lang="en-IN" sz="2000" b="1" dirty="0" err="1">
                <a:latin typeface="Kruti Dev 055" pitchFamily="2" charset="0"/>
              </a:rPr>
              <a:t>rlsp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fQDl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ikWabZV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yko.;kr</a:t>
            </a:r>
            <a:r>
              <a:rPr lang="en-IN" sz="2000" b="1" dirty="0">
                <a:latin typeface="Kruti Dev 055" pitchFamily="2" charset="0"/>
              </a:rPr>
              <a:t> ;s.kkj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  <a:r>
              <a:rPr lang="en-IN" sz="2000" b="1" dirty="0" err="1">
                <a:latin typeface="Kruti Dev 055" pitchFamily="2" charset="0"/>
              </a:rPr>
              <a:t>rlsp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egRokps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pkSdkr</a:t>
            </a:r>
            <a:r>
              <a:rPr lang="en-IN" sz="2000" b="1" dirty="0">
                <a:latin typeface="Kruti Dev 055" pitchFamily="2" charset="0"/>
              </a:rPr>
              <a:t>]</a:t>
            </a:r>
            <a:r>
              <a:rPr lang="en-IN" sz="2000" b="1" dirty="0" err="1">
                <a:latin typeface="Kruti Dev 055" pitchFamily="2" charset="0"/>
              </a:rPr>
              <a:t>jLR;koj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osGksosGh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ukdkcanh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yko.;kps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fu;kstu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x.ks’kksRlo</a:t>
            </a:r>
            <a:r>
              <a:rPr lang="en-IN" sz="2000" b="1" dirty="0">
                <a:latin typeface="Kruti Dev 055" pitchFamily="2" charset="0"/>
              </a:rPr>
              <a:t> o </a:t>
            </a:r>
            <a:r>
              <a:rPr lang="en-IN" sz="2000" b="1" dirty="0" err="1">
                <a:latin typeface="Kruti Dev 055" pitchFamily="2" charset="0"/>
              </a:rPr>
              <a:t>bZn</a:t>
            </a:r>
            <a:r>
              <a:rPr lang="en-IN" sz="2000" b="1" dirty="0">
                <a:latin typeface="Kruti Dev 055" pitchFamily="2" charset="0"/>
              </a:rPr>
              <a:t> &amp;,&amp;</a:t>
            </a:r>
            <a:r>
              <a:rPr lang="en-IN" sz="2000" b="1" dirty="0" err="1">
                <a:latin typeface="Kruti Dev 055" pitchFamily="2" charset="0"/>
              </a:rPr>
              <a:t>feykn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vuq”kaxkus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brj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iz’kkldh</a:t>
            </a:r>
            <a:r>
              <a:rPr lang="en-IN" sz="2000" b="1" dirty="0">
                <a:latin typeface="Kruti Dev 055" pitchFamily="2" charset="0"/>
              </a:rPr>
              <a:t>; </a:t>
            </a:r>
            <a:r>
              <a:rPr lang="en-IN" sz="2000" b="1" dirty="0" err="1">
                <a:latin typeface="Kruti Dev 055" pitchFamily="2" charset="0"/>
              </a:rPr>
              <a:t>foHkkx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kauh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djko;kP;k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dk;Zokghdfjrk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vko’;d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rks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</a:t>
            </a:r>
            <a:r>
              <a:rPr lang="en-IN" sz="2000" b="1" dirty="0">
                <a:latin typeface="Kruti Dev 055" pitchFamily="2" charset="0"/>
              </a:rPr>
              <a:t>=</a:t>
            </a:r>
            <a:r>
              <a:rPr lang="en-IN" sz="2000" b="1" dirty="0" err="1">
                <a:latin typeface="Kruti Dev 055" pitchFamily="2" charset="0"/>
              </a:rPr>
              <a:t>O;ogkj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dj.;kr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vkysyk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folZtu</a:t>
            </a:r>
            <a:r>
              <a:rPr lang="en-IN" sz="2000" b="1" dirty="0">
                <a:latin typeface="Kruti Dev 055" pitchFamily="2" charset="0"/>
              </a:rPr>
              <a:t> fejo.kqd </a:t>
            </a:r>
            <a:r>
              <a:rPr lang="en-IN" sz="2000" b="1" dirty="0" err="1">
                <a:latin typeface="Kruti Dev 055" pitchFamily="2" charset="0"/>
              </a:rPr>
              <a:t>ekxkZph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ifjeaMG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fugk</a:t>
            </a:r>
            <a:r>
              <a:rPr lang="en-IN" sz="2000" b="1" dirty="0">
                <a:latin typeface="Kruti Dev 055" pitchFamily="2" charset="0"/>
              </a:rPr>
              <a:t>; ikg.kh </a:t>
            </a:r>
            <a:r>
              <a:rPr lang="en-IN" sz="2000" b="1" dirty="0" err="1">
                <a:latin typeface="Kruti Dev 055" pitchFamily="2" charset="0"/>
              </a:rPr>
              <a:t>dj.;kr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ikg.kh </a:t>
            </a:r>
            <a:r>
              <a:rPr lang="en-IN" sz="2000" b="1" dirty="0" err="1">
                <a:latin typeface="Kruti Dev 055" pitchFamily="2" charset="0"/>
              </a:rPr>
              <a:t>njE;ku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vkysY;k</a:t>
            </a:r>
            <a:r>
              <a:rPr lang="en-IN" sz="2000" b="1" dirty="0">
                <a:latin typeface="Kruti Dev 055" pitchFamily="2" charset="0"/>
              </a:rPr>
              <a:t> vMp.kh </a:t>
            </a:r>
            <a:r>
              <a:rPr lang="en-IN" sz="2000" b="1" dirty="0" err="1">
                <a:latin typeface="Kruti Dev 055" pitchFamily="2" charset="0"/>
              </a:rPr>
              <a:t>ckcr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lacf</a:t>
            </a:r>
            <a:r>
              <a:rPr lang="en-IN" sz="2000" b="1" dirty="0">
                <a:latin typeface="Kruti Dev 055" pitchFamily="2" charset="0"/>
              </a:rPr>
              <a:t>/</a:t>
            </a:r>
            <a:r>
              <a:rPr lang="en-IN" sz="2000" b="1" dirty="0" err="1">
                <a:latin typeface="Kruti Dev 055" pitchFamily="2" charset="0"/>
              </a:rPr>
              <a:t>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foHkkxkl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dGfo.;kr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ukf’kd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iksyhl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vk;qDrky</a:t>
            </a:r>
            <a:r>
              <a:rPr lang="en-IN" sz="2000" b="1" dirty="0">
                <a:latin typeface="Kruti Dev 055" pitchFamily="2" charset="0"/>
              </a:rPr>
              <a:t>; </a:t>
            </a:r>
            <a:r>
              <a:rPr lang="en-IN" sz="2000" b="1" dirty="0" err="1">
                <a:latin typeface="Kruti Dev 055" pitchFamily="2" charset="0"/>
              </a:rPr>
              <a:t>gn~nhr</a:t>
            </a:r>
            <a:r>
              <a:rPr lang="en-IN" sz="2000" b="1" dirty="0">
                <a:latin typeface="Kruti Dev 055" pitchFamily="2" charset="0"/>
              </a:rPr>
              <a:t> 03 </a:t>
            </a:r>
            <a:r>
              <a:rPr lang="en-IN" sz="2000" b="1" dirty="0" err="1">
                <a:latin typeface="Kruti Dev 055" pitchFamily="2" charset="0"/>
              </a:rPr>
              <a:t>izeq</a:t>
            </a:r>
            <a:r>
              <a:rPr lang="en-IN" sz="2000" b="1" dirty="0">
                <a:latin typeface="Kruti Dev 055" pitchFamily="2" charset="0"/>
              </a:rPr>
              <a:t>[k </a:t>
            </a:r>
            <a:r>
              <a:rPr lang="en-IN" sz="2000" b="1" dirty="0" err="1">
                <a:latin typeface="Kruti Dev 055" pitchFamily="2" charset="0"/>
              </a:rPr>
              <a:t>folZtu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fejo.kqdkaps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vk;kstu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dj.;kr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srs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</a:rPr>
              <a:t>fn-16@09@2024 </a:t>
            </a:r>
            <a:r>
              <a:rPr lang="en-IN" sz="2000" b="1" dirty="0" err="1">
                <a:latin typeface="Kruti Dev 055" pitchFamily="2" charset="0"/>
              </a:rPr>
              <a:t>jksth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lkt</a:t>
            </a:r>
            <a:r>
              <a:rPr lang="en-IN" sz="2000" b="1" dirty="0">
                <a:latin typeface="Kruti Dev 055" pitchFamily="2" charset="0"/>
              </a:rPr>
              <a:t>&amp;;k </a:t>
            </a:r>
            <a:r>
              <a:rPr lang="en-IN" sz="2000" b="1" dirty="0" err="1">
                <a:latin typeface="Kruti Dev 055" pitchFamily="2" charset="0"/>
              </a:rPr>
              <a:t>gks.kk</a:t>
            </a:r>
            <a:r>
              <a:rPr lang="en-IN" sz="2000" b="1" dirty="0">
                <a:latin typeface="Kruti Dev 055" pitchFamily="2" charset="0"/>
              </a:rPr>
              <a:t>&amp;;k </a:t>
            </a:r>
            <a:r>
              <a:rPr lang="en-IN" sz="2000" b="1" dirty="0" err="1">
                <a:latin typeface="Kruti Dev 055" pitchFamily="2" charset="0"/>
              </a:rPr>
              <a:t>bZn</a:t>
            </a:r>
            <a:r>
              <a:rPr lang="en-IN" sz="2000" b="1" dirty="0">
                <a:latin typeface="Kruti Dev 055" pitchFamily="2" charset="0"/>
              </a:rPr>
              <a:t> &amp;,&amp;</a:t>
            </a:r>
            <a:r>
              <a:rPr lang="en-IN" sz="2000" b="1" dirty="0" err="1">
                <a:latin typeface="Kruti Dev 055" pitchFamily="2" charset="0"/>
              </a:rPr>
              <a:t>feykn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vuq”kaxkus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lacf</a:t>
            </a:r>
            <a:r>
              <a:rPr lang="en-IN" sz="2000" b="1" dirty="0">
                <a:latin typeface="Kruti Dev 055" pitchFamily="2" charset="0"/>
              </a:rPr>
              <a:t>/</a:t>
            </a:r>
            <a:r>
              <a:rPr lang="en-IN" sz="2000" b="1" dirty="0" err="1">
                <a:latin typeface="Kruti Dev 055" pitchFamily="2" charset="0"/>
              </a:rPr>
              <a:t>kr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ekSykuk</a:t>
            </a:r>
            <a:r>
              <a:rPr lang="en-IN" sz="2000" b="1" dirty="0">
                <a:latin typeface="Kruti Dev 055" pitchFamily="2" charset="0"/>
              </a:rPr>
              <a:t>  o </a:t>
            </a:r>
            <a:r>
              <a:rPr lang="en-IN" sz="2000" b="1" dirty="0" err="1">
                <a:latin typeface="Kruti Dev 055" pitchFamily="2" charset="0"/>
              </a:rPr>
              <a:t>VªLVh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kaph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cSBd</a:t>
            </a:r>
            <a:r>
              <a:rPr lang="en-IN" sz="2000" b="1" dirty="0">
                <a:latin typeface="Kruti Dev 055" pitchFamily="2" charset="0"/>
              </a:rPr>
              <a:t> ?</a:t>
            </a:r>
            <a:r>
              <a:rPr lang="en-IN" sz="2000" b="1" dirty="0" err="1">
                <a:latin typeface="Kruti Dev 055" pitchFamily="2" charset="0"/>
              </a:rPr>
              <a:t>ks.;kr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vkyh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vkgs</a:t>
            </a:r>
            <a:r>
              <a:rPr lang="en-IN" sz="2000" b="1" dirty="0">
                <a:latin typeface="Kruti Dev 055" pitchFamily="2" charset="0"/>
              </a:rPr>
              <a:t>- </a:t>
            </a:r>
            <a:endParaRPr lang="en-US" sz="2000" b="1" dirty="0">
              <a:latin typeface="Kruti Dev 055" pitchFamily="2" charset="0"/>
            </a:endParaRPr>
          </a:p>
          <a:p>
            <a:r>
              <a:rPr lang="en-US" sz="1700" b="1" dirty="0">
                <a:latin typeface="Kruti Dev 055" pitchFamily="2" charset="0"/>
              </a:rPr>
              <a:t> </a:t>
            </a:r>
            <a:endParaRPr lang="en-US" sz="1700" dirty="0"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05000" y="807156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1500" y="-334270"/>
            <a:ext cx="8001000" cy="718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24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lkoZtfud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Jh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x.ks’kksRlo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&amp;2024</a:t>
            </a:r>
            <a:endParaRPr lang="en-US" sz="32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prqFkhZ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 ¼LFkkiuk½   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fnukad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07@09@2024</a:t>
            </a:r>
          </a:p>
          <a:p>
            <a:pPr algn="ctr"/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Jh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bZn&amp;,&amp;feykn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fnukad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16@09@2024</a:t>
            </a:r>
          </a:p>
          <a:p>
            <a:pPr algn="ctr"/>
            <a:endParaRPr lang="en-US" sz="11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2024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x.ks’kksRlo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dk;Zdze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[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kkyhy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izek.ks</a:t>
            </a:r>
            <a:endParaRPr lang="en-US" sz="2000" dirty="0">
              <a:solidFill>
                <a:srgbClr val="FF0000"/>
              </a:solidFill>
              <a:latin typeface="Kruti Dev 055" pitchFamily="2" charset="0"/>
            </a:endParaRPr>
          </a:p>
          <a:p>
            <a:r>
              <a:rPr lang="en-US" sz="2000" dirty="0">
                <a:latin typeface="Kruti Dev 055" pitchFamily="2" charset="0"/>
              </a:rPr>
              <a:t>     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1½ fn-07@09@2024  ‘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kfuokj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x.ks’k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prqFkhZ&amp;Jh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x.ks’kkph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izfr”Bkiuk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-</a:t>
            </a:r>
          </a:p>
          <a:p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2½ fn-08@09@2024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jfookj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fnM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fnolkP;k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x.kirh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foltZu</a:t>
            </a:r>
            <a:endParaRPr lang="en-US" sz="2000" dirty="0">
              <a:solidFill>
                <a:srgbClr val="3051DC"/>
              </a:solidFill>
              <a:latin typeface="Kruti Dev 055" pitchFamily="2" charset="0"/>
            </a:endParaRPr>
          </a:p>
          <a:p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3½ fn-10@09@2024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eaxGokj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xkSjh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vkxe.k</a:t>
            </a:r>
            <a:endParaRPr lang="en-US" sz="2000" dirty="0">
              <a:solidFill>
                <a:srgbClr val="3051DC"/>
              </a:solidFill>
              <a:latin typeface="Kruti Dev 055" pitchFamily="2" charset="0"/>
            </a:endParaRPr>
          </a:p>
          <a:p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4½ fn-11@09@2024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cq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/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kokj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xkSjh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iqtu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]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ikp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fnolkP;k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x.kirh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foltZu</a:t>
            </a:r>
            <a:endParaRPr lang="en-US" sz="2000" dirty="0">
              <a:solidFill>
                <a:srgbClr val="3051DC"/>
              </a:solidFill>
              <a:latin typeface="Kruti Dev 055" pitchFamily="2" charset="0"/>
            </a:endParaRPr>
          </a:p>
          <a:p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 5½ fn-12@09@2024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xq:okj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xkSjh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o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xkSjhcjkscjP;k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x.kirh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foltZu</a:t>
            </a:r>
            <a:endParaRPr lang="en-US" sz="2000" dirty="0">
              <a:solidFill>
                <a:srgbClr val="3051DC"/>
              </a:solidFill>
              <a:latin typeface="Kruti Dev 055" pitchFamily="2" charset="0"/>
            </a:endParaRPr>
          </a:p>
          <a:p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  6½ fn-13@09@2024  ‘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kqØokj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lkr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fnolkaps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x.kirh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foltZu</a:t>
            </a:r>
            <a:endParaRPr lang="en-US" sz="2000" dirty="0">
              <a:solidFill>
                <a:srgbClr val="3051DC"/>
              </a:solidFill>
              <a:latin typeface="Kruti Dev 055" pitchFamily="2" charset="0"/>
            </a:endParaRPr>
          </a:p>
          <a:p>
            <a:r>
              <a:rPr lang="en-IN" sz="2000" dirty="0">
                <a:solidFill>
                  <a:srgbClr val="3051DC"/>
                </a:solidFill>
                <a:latin typeface="Kruti Dev 055" pitchFamily="2" charset="0"/>
              </a:rPr>
              <a:t>     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7½ fn-17@09@2024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eaxGokj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   &amp; 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vuar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prqnZ’kh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10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fnolkps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Jh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x.kirh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eqrhZps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foltZu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 gks.kkj </a:t>
            </a:r>
            <a:r>
              <a:rPr lang="en-US" sz="2000" dirty="0" err="1">
                <a:solidFill>
                  <a:srgbClr val="3051DC"/>
                </a:solidFill>
                <a:latin typeface="Kruti Dev 055" pitchFamily="2" charset="0"/>
              </a:rPr>
              <a:t>vkgs</a:t>
            </a:r>
            <a:r>
              <a:rPr lang="en-US" sz="2000" dirty="0">
                <a:solidFill>
                  <a:srgbClr val="3051DC"/>
                </a:solidFill>
                <a:latin typeface="Kruti Dev 055" pitchFamily="2" charset="0"/>
              </a:rPr>
              <a:t>- </a:t>
            </a:r>
          </a:p>
          <a:p>
            <a:pPr algn="ctr"/>
            <a:r>
              <a:rPr lang="en-US" sz="1600" b="1" dirty="0" err="1">
                <a:latin typeface="Kruti Dev 055" pitchFamily="2" charset="0"/>
              </a:rPr>
              <a:t>v’kkizdkjs</a:t>
            </a:r>
            <a:r>
              <a:rPr lang="en-US" sz="1600" b="1" dirty="0">
                <a:latin typeface="Kruti Dev 055" pitchFamily="2" charset="0"/>
              </a:rPr>
              <a:t> </a:t>
            </a:r>
            <a:r>
              <a:rPr lang="en-US" sz="1600" b="1" dirty="0" err="1">
                <a:latin typeface="Kruti Dev 055" pitchFamily="2" charset="0"/>
              </a:rPr>
              <a:t>x.ks’k</a:t>
            </a:r>
            <a:r>
              <a:rPr lang="en-US" sz="1600" b="1" dirty="0">
                <a:latin typeface="Kruti Dev 055" pitchFamily="2" charset="0"/>
              </a:rPr>
              <a:t> </a:t>
            </a:r>
            <a:r>
              <a:rPr lang="en-US" sz="1600" b="1" dirty="0" err="1">
                <a:latin typeface="Kruti Dev 055" pitchFamily="2" charset="0"/>
              </a:rPr>
              <a:t>mRlo</a:t>
            </a:r>
            <a:r>
              <a:rPr lang="en-US" sz="1600" b="1" dirty="0">
                <a:latin typeface="Kruti Dev 055" pitchFamily="2" charset="0"/>
              </a:rPr>
              <a:t> </a:t>
            </a:r>
            <a:r>
              <a:rPr lang="en-US" sz="1600" b="1" dirty="0" err="1">
                <a:latin typeface="Kruti Dev 055" pitchFamily="2" charset="0"/>
              </a:rPr>
              <a:t>laiUu</a:t>
            </a:r>
            <a:r>
              <a:rPr lang="en-US" sz="1600" b="1" dirty="0">
                <a:latin typeface="Kruti Dev 055" pitchFamily="2" charset="0"/>
              </a:rPr>
              <a:t> gks.kkj </a:t>
            </a:r>
            <a:r>
              <a:rPr lang="en-US" sz="1600" b="1" dirty="0" err="1">
                <a:latin typeface="Kruti Dev 055" pitchFamily="2" charset="0"/>
              </a:rPr>
              <a:t>vkgs</a:t>
            </a:r>
            <a:r>
              <a:rPr lang="en-US" sz="1600" b="1" dirty="0">
                <a:latin typeface="Kruti Dev 055" pitchFamily="2" charset="0"/>
              </a:rPr>
              <a:t>-</a:t>
            </a:r>
          </a:p>
          <a:p>
            <a:pPr algn="ctr"/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Rklsp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fn- 16@09@2024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jksth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eqfLye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cka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/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kokapk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bZn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&amp;,&amp;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feykn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l.k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  </a:t>
            </a:r>
            <a:r>
              <a:rPr lang="en-IN" b="1" dirty="0" err="1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vkgs</a:t>
            </a:r>
            <a:r>
              <a:rPr lang="en-IN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latin typeface="Kruti Dev 055" pitchFamily="2" charset="0"/>
              </a:rPr>
              <a:t>-</a:t>
            </a:r>
            <a:endParaRPr lang="en-US" sz="60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685800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638175"/>
            <a:ext cx="76200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/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ouh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{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ksid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ijokuxh</a:t>
            </a:r>
            <a:endParaRPr lang="en-US" sz="36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 algn="ctr"/>
            <a:endParaRPr lang="en-US" sz="2800" b="1" dirty="0">
              <a:latin typeface="Kruti Dev 055" pitchFamily="2" charset="0"/>
            </a:endParaRPr>
          </a:p>
          <a:p>
            <a:pPr algn="ctr"/>
            <a:r>
              <a:rPr lang="en-US" sz="2800" b="1" dirty="0" err="1">
                <a:latin typeface="Kruti Dev 055" pitchFamily="2" charset="0"/>
              </a:rPr>
              <a:t>Jhx.ks’kksRlo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dkGkr</a:t>
            </a:r>
            <a:r>
              <a:rPr lang="en-US" sz="2800" b="1" dirty="0">
                <a:latin typeface="Kruti Dev 055" pitchFamily="2" charset="0"/>
              </a:rPr>
              <a:t> [</a:t>
            </a:r>
            <a:r>
              <a:rPr lang="en-US" sz="2800" b="1" dirty="0" err="1">
                <a:latin typeface="Kruti Dev 055" pitchFamily="2" charset="0"/>
              </a:rPr>
              <a:t>kkyhy</a:t>
            </a:r>
            <a:r>
              <a:rPr lang="en-US" sz="2800" b="1" dirty="0">
                <a:latin typeface="Kruti Dev 055" pitchFamily="2" charset="0"/>
              </a:rPr>
              <a:t> ‘</a:t>
            </a:r>
            <a:r>
              <a:rPr lang="en-US" sz="2800" b="1" dirty="0" err="1">
                <a:latin typeface="Kruti Dev 055" pitchFamily="2" charset="0"/>
              </a:rPr>
              <a:t>ksoVps</a:t>
            </a:r>
            <a:r>
              <a:rPr lang="en-US" sz="2800" b="1" dirty="0">
                <a:latin typeface="Kruti Dev 055" pitchFamily="2" charset="0"/>
              </a:rPr>
              <a:t> 04 </a:t>
            </a:r>
            <a:r>
              <a:rPr lang="en-US" sz="2800" b="1" dirty="0" err="1">
                <a:latin typeface="Kruti Dev 055" pitchFamily="2" charset="0"/>
              </a:rPr>
              <a:t>fnol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jk</a:t>
            </a:r>
            <a:r>
              <a:rPr lang="en-US" sz="2800" b="1" dirty="0">
                <a:latin typeface="Kruti Dev 055" pitchFamily="2" charset="0"/>
              </a:rPr>
              <a:t>=h 12-00 </a:t>
            </a:r>
            <a:r>
              <a:rPr lang="en-US" sz="2800" b="1" dirty="0" err="1">
                <a:latin typeface="Kruti Dev 055" pitchFamily="2" charset="0"/>
              </a:rPr>
              <a:t>okts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ikosrks</a:t>
            </a:r>
            <a:r>
              <a:rPr lang="en-US" sz="2800" b="1" dirty="0">
                <a:latin typeface="Kruti Dev 055" pitchFamily="2" charset="0"/>
              </a:rPr>
              <a:t> ok| </a:t>
            </a:r>
            <a:r>
              <a:rPr lang="en-US" sz="2800" b="1" dirty="0" err="1">
                <a:latin typeface="Kruti Dev 055" pitchFamily="2" charset="0"/>
              </a:rPr>
              <a:t>oktfo.ks</a:t>
            </a:r>
            <a:r>
              <a:rPr lang="en-US" sz="2800" b="1" dirty="0">
                <a:latin typeface="Kruti Dev 055" pitchFamily="2" charset="0"/>
              </a:rPr>
              <a:t>] /</a:t>
            </a:r>
            <a:r>
              <a:rPr lang="en-US" sz="2800" b="1" dirty="0" err="1">
                <a:latin typeface="Kruti Dev 055" pitchFamily="2" charset="0"/>
              </a:rPr>
              <a:t>ouh</a:t>
            </a:r>
            <a:r>
              <a:rPr lang="en-US" sz="2800" b="1" dirty="0">
                <a:latin typeface="Kruti Dev 055" pitchFamily="2" charset="0"/>
              </a:rPr>
              <a:t>{</a:t>
            </a:r>
            <a:r>
              <a:rPr lang="en-US" sz="2800" b="1" dirty="0" err="1">
                <a:latin typeface="Kruti Dev 055" pitchFamily="2" charset="0"/>
              </a:rPr>
              <a:t>ksid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ijokuxh</a:t>
            </a:r>
            <a:r>
              <a:rPr lang="en-US" sz="2800" b="1" dirty="0">
                <a:latin typeface="Kruti Dev 055" pitchFamily="2" charset="0"/>
              </a:rPr>
              <a:t> 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¼egkjk”Vª ‘</a:t>
            </a:r>
            <a:r>
              <a:rPr lang="en-US" sz="2800" b="1" dirty="0" err="1">
                <a:latin typeface="Kruti Dev 055" pitchFamily="2" charset="0"/>
              </a:rPr>
              <a:t>kklu</a:t>
            </a:r>
            <a:r>
              <a:rPr lang="en-US" sz="2800" b="1" dirty="0">
                <a:latin typeface="Kruti Dev 055" pitchFamily="2" charset="0"/>
              </a:rPr>
              <a:t> ;</a:t>
            </a:r>
            <a:r>
              <a:rPr lang="en-US" sz="2800" b="1" dirty="0" err="1">
                <a:latin typeface="Kruti Dev 055" pitchFamily="2" charset="0"/>
              </a:rPr>
              <a:t>kapsdMhy</a:t>
            </a:r>
            <a:r>
              <a:rPr lang="en-US" sz="2800" b="1" dirty="0">
                <a:latin typeface="Kruti Dev 055" pitchFamily="2" charset="0"/>
              </a:rPr>
              <a:t> vkns’kkUo;s½</a:t>
            </a:r>
          </a:p>
          <a:p>
            <a:pPr algn="ctr"/>
            <a:endParaRPr lang="en-US" sz="28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ctr"/>
            <a:r>
              <a:rPr lang="en-US" sz="2800" b="1" dirty="0">
                <a:latin typeface="Kruti Dev 055" pitchFamily="2" charset="0"/>
              </a:rPr>
              <a:t>v½ fn-14@09@2024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c½ fn-15@09@2024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d½ fn-16@09@2024 ¼x.kirh </a:t>
            </a:r>
            <a:r>
              <a:rPr lang="en-US" sz="2800" b="1" dirty="0" err="1">
                <a:latin typeface="Kruti Dev 055" pitchFamily="2" charset="0"/>
              </a:rPr>
              <a:t>vkjkl</a:t>
            </a:r>
            <a:r>
              <a:rPr lang="en-US" sz="2800" b="1" dirty="0">
                <a:latin typeface="Kruti Dev 055" pitchFamily="2" charset="0"/>
              </a:rPr>
              <a:t> ikg.;klkBh½</a:t>
            </a:r>
          </a:p>
          <a:p>
            <a:pPr algn="ctr"/>
            <a:r>
              <a:rPr lang="en-US" sz="2800" b="1" dirty="0">
                <a:latin typeface="Kruti Dev 055" pitchFamily="2" charset="0"/>
              </a:rPr>
              <a:t>M½ fn-17@09@2024 ¼Jhx.ks’k </a:t>
            </a:r>
            <a:r>
              <a:rPr lang="en-US" sz="2800" b="1" dirty="0" err="1">
                <a:latin typeface="Kruti Dev 055" pitchFamily="2" charset="0"/>
              </a:rPr>
              <a:t>foltZu</a:t>
            </a:r>
            <a:r>
              <a:rPr lang="en-US" sz="2800" b="1" dirty="0">
                <a:latin typeface="Kruti Dev 055" pitchFamily="2" charset="0"/>
              </a:rPr>
              <a:t> fejo.kwd½</a:t>
            </a: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066800" y="838200"/>
            <a:ext cx="67056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400" y="762000"/>
            <a:ext cx="8077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2-</a:t>
            </a:r>
            <a:r>
              <a:rPr lang="en-US" sz="3600" b="1" dirty="0"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2024 e/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khy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eaMGkapah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la[;k </a:t>
            </a:r>
            <a:endParaRPr lang="en-US" sz="48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/>
            <a:r>
              <a:rPr lang="en-US" sz="3200" b="1" dirty="0">
                <a:latin typeface="Kruti Dev 055" pitchFamily="2" charset="0"/>
              </a:rPr>
              <a:t>	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1½ </a:t>
            </a:r>
            <a:r>
              <a:rPr lang="en-US" sz="2800" b="1" dirty="0" err="1">
                <a:latin typeface="Kruti Dev 055" pitchFamily="2" charset="0"/>
              </a:rPr>
              <a:t>lkoZtfud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eksBh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		% 201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2½ </a:t>
            </a:r>
            <a:r>
              <a:rPr lang="en-US" sz="2800" b="1" dirty="0" err="1">
                <a:latin typeface="Kruti Dev 055" pitchFamily="2" charset="0"/>
              </a:rPr>
              <a:t>lkoZtuhd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ygku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  	% 562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3½ </a:t>
            </a:r>
            <a:r>
              <a:rPr lang="en-US" sz="2800" b="1" dirty="0" err="1">
                <a:latin typeface="Kruti Dev 055" pitchFamily="2" charset="0"/>
              </a:rPr>
              <a:t>ekSY;koku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            	% 35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4½ ,</a:t>
            </a:r>
            <a:r>
              <a:rPr lang="en-US" sz="2800" b="1" dirty="0" err="1">
                <a:latin typeface="Kruti Dev 055" pitchFamily="2" charset="0"/>
              </a:rPr>
              <a:t>dq.k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	         	% 790</a:t>
            </a:r>
          </a:p>
          <a:p>
            <a:pPr lvl="0"/>
            <a:r>
              <a:rPr lang="en-US" sz="2800" b="1" dirty="0">
                <a:latin typeface="Kruti Dev 055" pitchFamily="2" charset="0"/>
              </a:rPr>
              <a:t>	5½ [</a:t>
            </a:r>
            <a:r>
              <a:rPr lang="en-US" sz="2800" b="1" dirty="0" err="1">
                <a:latin typeface="Kruti Dev 055" pitchFamily="2" charset="0"/>
              </a:rPr>
              <a:t>kktxh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x.ks’k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eaMGs</a:t>
            </a:r>
            <a:r>
              <a:rPr lang="en-US" sz="2800" b="1" dirty="0">
                <a:latin typeface="Kruti Dev 055" pitchFamily="2" charset="0"/>
              </a:rPr>
              <a:t>  ¼vankts ½ 	% 1]25]389</a:t>
            </a:r>
            <a:endParaRPr lang="en-US" sz="4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  <a:p>
            <a:pPr algn="ctr">
              <a:spcBef>
                <a:spcPts val="0"/>
              </a:spcBef>
              <a:buNone/>
            </a:pPr>
            <a:endParaRPr lang="en-US" sz="4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685800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457200"/>
            <a:ext cx="7848600" cy="495300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lvl="0" algn="just"/>
            <a:endParaRPr lang="en-IN" sz="7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 algn="ctr">
              <a:buNone/>
            </a:pPr>
            <a:r>
              <a:rPr lang="en-US" b="1" dirty="0">
                <a:solidFill>
                  <a:srgbClr val="FF0000"/>
                </a:solidFill>
                <a:latin typeface="Kruti Dev 055" pitchFamily="2" charset="0"/>
              </a:rPr>
              <a:t>3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-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lu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2022 o 2023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x.ks’kksRlo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ijokuxh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lkBh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vkysys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vtkZaph</a:t>
            </a: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Kruti Dev 055" pitchFamily="2" charset="0"/>
              </a:rPr>
              <a:t>ekfgrh</a:t>
            </a:r>
            <a:endParaRPr lang="en-US" sz="36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just">
              <a:buNone/>
            </a:pPr>
            <a:endParaRPr lang="en-US" b="1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066730"/>
              </p:ext>
            </p:extLst>
          </p:nvPr>
        </p:nvGraphicFramePr>
        <p:xfrm>
          <a:off x="914400" y="2590800"/>
          <a:ext cx="7543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0" lang="en-IN" sz="40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IN" sz="3200" b="1" kern="1200" dirty="0" err="1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l.k</a:t>
                      </a:r>
                      <a:r>
                        <a:rPr kumimoji="0" lang="en-IN" sz="3200" b="1" kern="1200" baseline="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IN" sz="32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&amp; 2022</a:t>
                      </a:r>
                      <a:endParaRPr kumimoji="0" lang="en-US" sz="32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28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Lk.k2023</a:t>
                      </a:r>
                      <a:endParaRPr kumimoji="0" lang="en-US" sz="28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2800" b="1" kern="1200" dirty="0" err="1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l.k</a:t>
                      </a:r>
                      <a:r>
                        <a:rPr kumimoji="0" lang="en-IN" sz="2800" b="1" kern="1200" baseline="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 2024</a:t>
                      </a:r>
                      <a:endParaRPr kumimoji="0" lang="en-US" sz="28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0" lang="en-IN" sz="28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790</a:t>
                      </a:r>
                      <a:endParaRPr kumimoji="0" lang="en-US" sz="28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28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843</a:t>
                      </a:r>
                      <a:endParaRPr kumimoji="0" lang="en-US" sz="28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2800" b="1" kern="1200" dirty="0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980 </a:t>
                      </a:r>
                      <a:r>
                        <a:rPr kumimoji="0" lang="en-IN" sz="2800" b="1" kern="1200" dirty="0" err="1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vankt</a:t>
                      </a:r>
                      <a:r>
                        <a:rPr kumimoji="0" lang="en-IN" sz="2800" b="1" kern="1200" baseline="0" dirty="0" err="1">
                          <a:solidFill>
                            <a:srgbClr val="0000CC"/>
                          </a:solidFill>
                          <a:latin typeface="Kruti Dev 055" pitchFamily="2" charset="0"/>
                          <a:ea typeface="+mn-ea"/>
                          <a:cs typeface="+mn-cs"/>
                        </a:rPr>
                        <a:t>s</a:t>
                      </a:r>
                      <a:endParaRPr kumimoji="0" lang="en-US" sz="2800" b="1" kern="1200" dirty="0">
                        <a:solidFill>
                          <a:srgbClr val="0000CC"/>
                        </a:solidFill>
                        <a:latin typeface="Kruti Dev 055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28800" y="685800"/>
            <a:ext cx="5638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457200"/>
            <a:ext cx="7848600" cy="495300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 fontScale="92500"/>
          </a:bodyPr>
          <a:lstStyle/>
          <a:p>
            <a:pPr lvl="0" algn="just"/>
            <a:endParaRPr lang="en-IN" sz="7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4-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leUo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;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cSBd</a:t>
            </a:r>
            <a:endParaRPr lang="en-US" sz="3600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just">
              <a:buNone/>
            </a:pPr>
            <a:endParaRPr lang="en-US" b="1" dirty="0">
              <a:solidFill>
                <a:srgbClr val="FF0000"/>
              </a:solidFill>
              <a:latin typeface="Kruti Dev 055" pitchFamily="2" charset="0"/>
            </a:endParaRPr>
          </a:p>
          <a:p>
            <a:pPr algn="just"/>
            <a:r>
              <a:rPr lang="en-US" b="1" dirty="0" err="1">
                <a:latin typeface="Kruti Dev 055" pitchFamily="2" charset="0"/>
              </a:rPr>
              <a:t>x.ks’kksRlo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vuq”kaxkus</a:t>
            </a:r>
            <a:r>
              <a:rPr lang="en-US" b="1" dirty="0">
                <a:latin typeface="Kruti Dev 055" pitchFamily="2" charset="0"/>
              </a:rPr>
              <a:t> fn- 30@09@2024 </a:t>
            </a:r>
            <a:r>
              <a:rPr lang="en-US" b="1" dirty="0" err="1">
                <a:latin typeface="Kruti Dev 055" pitchFamily="2" charset="0"/>
              </a:rPr>
              <a:t>jksth</a:t>
            </a:r>
            <a:r>
              <a:rPr lang="en-US" b="1" dirty="0">
                <a:latin typeface="Kruti Dev 055" pitchFamily="2" charset="0"/>
              </a:rPr>
              <a:t> 13%0 ok- </a:t>
            </a:r>
            <a:r>
              <a:rPr lang="en-US" b="1" dirty="0" err="1">
                <a:latin typeface="Kruti Dev 055" pitchFamily="2" charset="0"/>
              </a:rPr>
              <a:t>fu;kstu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Hkou</a:t>
            </a:r>
            <a:r>
              <a:rPr lang="en-US" b="1" dirty="0">
                <a:latin typeface="Kruti Dev 055" pitchFamily="2" charset="0"/>
              </a:rPr>
              <a:t> ;kfBdk.kh </a:t>
            </a:r>
            <a:r>
              <a:rPr lang="en-US" b="1" dirty="0" err="1">
                <a:latin typeface="Kruti Dev 055" pitchFamily="2" charset="0"/>
              </a:rPr>
              <a:t>vkn’kZ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x.ks’k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eaMG</a:t>
            </a:r>
            <a:r>
              <a:rPr lang="en-US" b="1" dirty="0">
                <a:latin typeface="Kruti Dev 055" pitchFamily="2" charset="0"/>
              </a:rPr>
              <a:t> &amp;2023 </a:t>
            </a:r>
            <a:r>
              <a:rPr lang="en-US" b="1" dirty="0" err="1">
                <a:latin typeface="Kruti Dev 055" pitchFamily="2" charset="0"/>
              </a:rPr>
              <a:t>ikfjrks”khd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forj.k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lekjaHkkps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vkf.k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x.ks’kksRlo</a:t>
            </a:r>
            <a:r>
              <a:rPr lang="en-US" b="1" dirty="0">
                <a:latin typeface="Kruti Dev 055" pitchFamily="2" charset="0"/>
              </a:rPr>
              <a:t> 2024 </a:t>
            </a:r>
            <a:r>
              <a:rPr lang="en-US" b="1" dirty="0" err="1">
                <a:latin typeface="Kruti Dev 055" pitchFamily="2" charset="0"/>
              </a:rPr>
              <a:t>lanHkkZus</a:t>
            </a:r>
            <a:r>
              <a:rPr lang="en-US" b="1" dirty="0">
                <a:latin typeface="Kruti Dev 055" pitchFamily="2" charset="0"/>
              </a:rPr>
              <a:t>  </a:t>
            </a:r>
            <a:r>
              <a:rPr lang="en-US" b="1" dirty="0" err="1">
                <a:latin typeface="Kruti Dev 055" pitchFamily="2" charset="0"/>
              </a:rPr>
              <a:t>x.ks’k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eaMGkaP;k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inkf</a:t>
            </a:r>
            <a:r>
              <a:rPr lang="en-US" b="1" dirty="0">
                <a:latin typeface="Kruti Dev 055" pitchFamily="2" charset="0"/>
              </a:rPr>
              <a:t>/</a:t>
            </a:r>
            <a:r>
              <a:rPr lang="en-US" b="1" dirty="0" err="1">
                <a:latin typeface="Kruti Dev 055" pitchFamily="2" charset="0"/>
              </a:rPr>
              <a:t>kdkjh</a:t>
            </a:r>
            <a:r>
              <a:rPr lang="en-US" b="1" dirty="0">
                <a:latin typeface="Kruti Dev 055" pitchFamily="2" charset="0"/>
              </a:rPr>
              <a:t>  ;</a:t>
            </a:r>
            <a:r>
              <a:rPr lang="en-US" b="1" dirty="0" err="1">
                <a:latin typeface="Kruti Dev 055" pitchFamily="2" charset="0"/>
              </a:rPr>
              <a:t>kaph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cSBd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ek</a:t>
            </a:r>
            <a:r>
              <a:rPr lang="en-US" b="1" dirty="0">
                <a:latin typeface="Kruti Dev 055" pitchFamily="2" charset="0"/>
              </a:rPr>
              <a:t>- </a:t>
            </a:r>
            <a:r>
              <a:rPr lang="en-US" b="1" dirty="0" err="1">
                <a:latin typeface="Kruti Dev 055" pitchFamily="2" charset="0"/>
              </a:rPr>
              <a:t>ikydea</a:t>
            </a:r>
            <a:r>
              <a:rPr lang="en-US" b="1" dirty="0">
                <a:latin typeface="Kruti Dev 055" pitchFamily="2" charset="0"/>
              </a:rPr>
              <a:t>=h ;</a:t>
            </a:r>
            <a:r>
              <a:rPr lang="en-US" b="1" dirty="0" err="1">
                <a:latin typeface="Kruti Dev 055" pitchFamily="2" charset="0"/>
              </a:rPr>
              <a:t>kaP;k</a:t>
            </a:r>
            <a:r>
              <a:rPr lang="en-US" b="1" dirty="0">
                <a:latin typeface="Kruti Dev 055" pitchFamily="2" charset="0"/>
              </a:rPr>
              <a:t> v/;{</a:t>
            </a:r>
            <a:r>
              <a:rPr lang="en-US" b="1" dirty="0" err="1">
                <a:latin typeface="Kruti Dev 055" pitchFamily="2" charset="0"/>
              </a:rPr>
              <a:t>krs</a:t>
            </a:r>
            <a:r>
              <a:rPr lang="en-US" b="1" dirty="0">
                <a:latin typeface="Kruti Dev 055" pitchFamily="2" charset="0"/>
              </a:rPr>
              <a:t>[</a:t>
            </a:r>
            <a:r>
              <a:rPr lang="en-US" b="1" dirty="0" err="1">
                <a:latin typeface="Kruti Dev 055" pitchFamily="2" charset="0"/>
              </a:rPr>
              <a:t>kkyh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vk;ksftr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dj.;kr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vkyh</a:t>
            </a:r>
            <a:r>
              <a:rPr lang="en-US" b="1" dirty="0">
                <a:latin typeface="Kruti Dev 055" pitchFamily="2" charset="0"/>
              </a:rPr>
              <a:t>-</a:t>
            </a:r>
          </a:p>
          <a:p>
            <a:pPr algn="just">
              <a:buNone/>
            </a:pPr>
            <a:endParaRPr lang="en-US" sz="2200" b="1" dirty="0">
              <a:latin typeface="Kruti Dev 055" pitchFamily="2" charset="0"/>
            </a:endParaRPr>
          </a:p>
          <a:p>
            <a:pPr algn="just">
              <a:buNone/>
            </a:pPr>
            <a:endParaRPr lang="en-US" sz="2400" b="1" dirty="0">
              <a:latin typeface="Kruti Dev 055" pitchFamily="2" charset="0"/>
            </a:endParaRPr>
          </a:p>
          <a:p>
            <a:pPr algn="just"/>
            <a:r>
              <a:rPr lang="en-US" sz="2400" b="1" dirty="0" err="1">
                <a:latin typeface="Kruti Dev 055" pitchFamily="2" charset="0"/>
              </a:rPr>
              <a:t>x.ks’kksRlo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vuq”kaxkus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izR;sd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foHkkxkus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djko;kP;k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dk;Zokgh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ckcr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lacf</a:t>
            </a:r>
            <a:r>
              <a:rPr lang="en-US" sz="2400" b="1" dirty="0">
                <a:latin typeface="Kruti Dev 055" pitchFamily="2" charset="0"/>
              </a:rPr>
              <a:t>/</a:t>
            </a:r>
            <a:r>
              <a:rPr lang="en-US" sz="2400" b="1" dirty="0" err="1">
                <a:latin typeface="Kruti Dev 055" pitchFamily="2" charset="0"/>
              </a:rPr>
              <a:t>kr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jktdh</a:t>
            </a:r>
            <a:r>
              <a:rPr lang="en-US" sz="2400" b="1" dirty="0">
                <a:latin typeface="Kruti Dev 055" pitchFamily="2" charset="0"/>
              </a:rPr>
              <a:t>; </a:t>
            </a:r>
            <a:r>
              <a:rPr lang="en-US" sz="2400" b="1" dirty="0" err="1">
                <a:latin typeface="Kruti Dev 055" pitchFamily="2" charset="0"/>
              </a:rPr>
              <a:t>inkf</a:t>
            </a:r>
            <a:r>
              <a:rPr lang="en-US" sz="2400" b="1" dirty="0">
                <a:latin typeface="Kruti Dev 055" pitchFamily="2" charset="0"/>
              </a:rPr>
              <a:t>/</a:t>
            </a:r>
            <a:r>
              <a:rPr lang="en-US" sz="2400" b="1" dirty="0" err="1">
                <a:latin typeface="Kruti Dev 055" pitchFamily="2" charset="0"/>
              </a:rPr>
              <a:t>kdkjh</a:t>
            </a:r>
            <a:r>
              <a:rPr lang="en-US" sz="2400" b="1" dirty="0">
                <a:latin typeface="Kruti Dev 055" pitchFamily="2" charset="0"/>
              </a:rPr>
              <a:t>] ‘</a:t>
            </a:r>
            <a:r>
              <a:rPr lang="en-US" sz="2400" b="1" dirty="0" err="1">
                <a:latin typeface="Kruti Dev 055" pitchFamily="2" charset="0"/>
              </a:rPr>
              <a:t>kkldh</a:t>
            </a:r>
            <a:r>
              <a:rPr lang="en-US" sz="2400" b="1" dirty="0">
                <a:latin typeface="Kruti Dev 055" pitchFamily="2" charset="0"/>
              </a:rPr>
              <a:t>; </a:t>
            </a:r>
            <a:r>
              <a:rPr lang="en-US" sz="2400" b="1" dirty="0" err="1">
                <a:latin typeface="Kruti Dev 055" pitchFamily="2" charset="0"/>
              </a:rPr>
              <a:t>foHkkxkps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vf</a:t>
            </a:r>
            <a:r>
              <a:rPr lang="en-US" sz="2400" b="1" dirty="0">
                <a:latin typeface="Kruti Dev 055" pitchFamily="2" charset="0"/>
              </a:rPr>
              <a:t>/</a:t>
            </a:r>
            <a:r>
              <a:rPr lang="en-US" sz="2400" b="1" dirty="0" err="1">
                <a:latin typeface="Kruti Dev 055" pitchFamily="2" charset="0"/>
              </a:rPr>
              <a:t>kdkjh</a:t>
            </a:r>
            <a:r>
              <a:rPr lang="en-US" sz="2400" b="1" dirty="0">
                <a:latin typeface="Kruti Dev 055" pitchFamily="2" charset="0"/>
              </a:rPr>
              <a:t>] </a:t>
            </a:r>
            <a:r>
              <a:rPr lang="en-US" sz="2400" b="1" dirty="0" err="1">
                <a:latin typeface="Kruti Dev 055" pitchFamily="2" charset="0"/>
              </a:rPr>
              <a:t>x.ks’k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eaMGkps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inkf</a:t>
            </a:r>
            <a:r>
              <a:rPr lang="en-US" sz="2400" b="1" dirty="0">
                <a:latin typeface="Kruti Dev 055" pitchFamily="2" charset="0"/>
              </a:rPr>
              <a:t>/</a:t>
            </a:r>
            <a:r>
              <a:rPr lang="en-US" sz="2400" b="1" dirty="0" err="1">
                <a:latin typeface="Kruti Dev 055" pitchFamily="2" charset="0"/>
              </a:rPr>
              <a:t>kdkjh</a:t>
            </a:r>
            <a:r>
              <a:rPr lang="en-US" sz="2400" b="1" dirty="0">
                <a:latin typeface="Kruti Dev 055" pitchFamily="2" charset="0"/>
              </a:rPr>
              <a:t> o v/;{k  o ‘</a:t>
            </a:r>
            <a:r>
              <a:rPr lang="en-US" sz="2400" b="1" dirty="0" err="1">
                <a:latin typeface="Kruti Dev 055" pitchFamily="2" charset="0"/>
              </a:rPr>
              <a:t>kkarrk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lferhps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lnL</a:t>
            </a:r>
            <a:r>
              <a:rPr lang="en-US" sz="2400" b="1" dirty="0">
                <a:latin typeface="Kruti Dev 055" pitchFamily="2" charset="0"/>
              </a:rPr>
              <a:t>;  </a:t>
            </a:r>
            <a:r>
              <a:rPr lang="en-US" sz="2400" b="1" dirty="0" err="1">
                <a:latin typeface="Kruti Dev 055" pitchFamily="2" charset="0"/>
              </a:rPr>
              <a:t>rlsp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iksyhl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vf</a:t>
            </a:r>
            <a:r>
              <a:rPr lang="en-US" sz="2400" b="1" dirty="0">
                <a:latin typeface="Kruti Dev 055" pitchFamily="2" charset="0"/>
              </a:rPr>
              <a:t>/</a:t>
            </a:r>
            <a:r>
              <a:rPr lang="en-US" sz="2400" b="1" dirty="0" err="1">
                <a:latin typeface="Kruti Dev 055" pitchFamily="2" charset="0"/>
              </a:rPr>
              <a:t>kdkjh</a:t>
            </a:r>
            <a:r>
              <a:rPr lang="en-US" sz="2400" b="1" dirty="0">
                <a:latin typeface="Kruti Dev 055" pitchFamily="2" charset="0"/>
              </a:rPr>
              <a:t> ;</a:t>
            </a:r>
            <a:r>
              <a:rPr lang="en-US" sz="2400" b="1" dirty="0" err="1">
                <a:latin typeface="Kruti Dev 055" pitchFamily="2" charset="0"/>
              </a:rPr>
              <a:t>kaph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leUo</a:t>
            </a:r>
            <a:r>
              <a:rPr lang="en-US" sz="2400" b="1" dirty="0">
                <a:latin typeface="Kruti Dev 055" pitchFamily="2" charset="0"/>
              </a:rPr>
              <a:t>; </a:t>
            </a:r>
            <a:r>
              <a:rPr lang="en-US" sz="2400" b="1" dirty="0" err="1">
                <a:latin typeface="Kruti Dev 055" pitchFamily="2" charset="0"/>
              </a:rPr>
              <a:t>cSBd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b="1" dirty="0">
                <a:latin typeface="Kruti Dev 055" pitchFamily="2" charset="0"/>
              </a:rPr>
              <a:t>fn- 03@09@2023 </a:t>
            </a:r>
            <a:r>
              <a:rPr lang="en-US" b="1" dirty="0" err="1">
                <a:latin typeface="Kruti Dev 055" pitchFamily="2" charset="0"/>
              </a:rPr>
              <a:t>jksth</a:t>
            </a:r>
            <a:r>
              <a:rPr lang="en-US" b="1" dirty="0">
                <a:latin typeface="Kruti Dev 055" pitchFamily="2" charset="0"/>
              </a:rPr>
              <a:t>  16%30 ?</a:t>
            </a:r>
            <a:r>
              <a:rPr lang="en-US" b="1" dirty="0" err="1">
                <a:latin typeface="Kruti Dev 055" pitchFamily="2" charset="0"/>
              </a:rPr>
              <a:t>ks.;kr</a:t>
            </a:r>
            <a:r>
              <a:rPr lang="en-US" b="1" dirty="0">
                <a:latin typeface="Kruti Dev 055" pitchFamily="2" charset="0"/>
              </a:rPr>
              <a:t> </a:t>
            </a:r>
            <a:r>
              <a:rPr lang="en-US" b="1" dirty="0" err="1">
                <a:latin typeface="Kruti Dev 055" pitchFamily="2" charset="0"/>
              </a:rPr>
              <a:t>vkyh</a:t>
            </a:r>
            <a:r>
              <a:rPr lang="en-US" b="1" dirty="0">
                <a:latin typeface="Kruti Dev 055" pitchFamily="2" charset="0"/>
              </a:rPr>
              <a:t>  </a:t>
            </a:r>
            <a:r>
              <a:rPr lang="en-US" b="1" dirty="0" err="1">
                <a:latin typeface="Kruti Dev 055" pitchFamily="2" charset="0"/>
              </a:rPr>
              <a:t>vkgs</a:t>
            </a:r>
            <a:r>
              <a:rPr lang="en-US" b="1" dirty="0">
                <a:latin typeface="Kruti Dev 055" pitchFamily="2" charset="0"/>
              </a:rPr>
              <a:t>- </a:t>
            </a:r>
            <a:endParaRPr lang="en-IN" sz="3600" b="1" dirty="0" err="1"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7620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2000" y="178097"/>
            <a:ext cx="74173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  <a:tab pos="514350" algn="l"/>
                <a:tab pos="685800" algn="l"/>
                <a:tab pos="742950" algn="l"/>
              </a:tabLst>
            </a:pP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5- </a:t>
            </a:r>
            <a:r>
              <a:rPr lang="en-IN" sz="3600" dirty="0" err="1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x.ks’kksRlokP;k</a:t>
            </a:r>
            <a:r>
              <a:rPr lang="en-IN" sz="3600" dirty="0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3600" dirty="0" err="1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vuq”kaxkus</a:t>
            </a:r>
            <a:r>
              <a:rPr lang="en-IN" sz="3600" dirty="0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?</a:t>
            </a:r>
            <a:r>
              <a:rPr lang="en-US" sz="3600" dirty="0" err="1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ks.;kr</a:t>
            </a:r>
            <a:r>
              <a:rPr lang="en-US" sz="3600" dirty="0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vkysY;k</a:t>
            </a:r>
            <a:r>
              <a:rPr lang="en-US" sz="3600" dirty="0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cSBdk</a:t>
            </a:r>
            <a:endParaRPr lang="en-US" sz="400" dirty="0">
              <a:solidFill>
                <a:srgbClr val="FF0000"/>
              </a:solidFill>
              <a:latin typeface="Kruti Dev 055" pitchFamily="2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6180470"/>
            <a:ext cx="739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  <a:tabLst>
                <a:tab pos="457200" algn="l"/>
                <a:tab pos="514350" algn="l"/>
                <a:tab pos="685800" algn="l"/>
                <a:tab pos="742950" algn="l"/>
              </a:tabLst>
            </a:pP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ojhy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cSBdk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O;frfjDr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x.ks’kksRlokP;k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vuq”kaxkus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vf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/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kd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cSBdkaps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fu;kstu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dj.;kr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 ;s.kkj </a:t>
            </a:r>
            <a:r>
              <a:rPr lang="en-IN" sz="2000" dirty="0" err="1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vkgs</a:t>
            </a:r>
            <a:r>
              <a:rPr lang="en-IN" sz="2000" dirty="0">
                <a:latin typeface="Kruti Dev 055" pitchFamily="2" charset="0"/>
                <a:ea typeface="Times New Roman" pitchFamily="18" charset="0"/>
                <a:cs typeface="Times New Roman" pitchFamily="18" charset="0"/>
              </a:rPr>
              <a:t>- </a:t>
            </a:r>
            <a:endParaRPr lang="en-US" sz="2000" dirty="0">
              <a:latin typeface="Kruti Dev 055" pitchFamily="2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832166"/>
              </p:ext>
            </p:extLst>
          </p:nvPr>
        </p:nvGraphicFramePr>
        <p:xfrm>
          <a:off x="1752600" y="838201"/>
          <a:ext cx="4724400" cy="5405924"/>
        </p:xfrm>
        <a:graphic>
          <a:graphicData uri="http://schemas.openxmlformats.org/drawingml/2006/table">
            <a:tbl>
              <a:tblPr/>
              <a:tblGrid>
                <a:gridCol w="93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-LVs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‘</a:t>
                      </a: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kkarrk</a:t>
                      </a: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dfeVh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fe</a:t>
                      </a: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=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eksgYyk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brj</a:t>
                      </a: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dq.k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vkMxko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01</a:t>
                      </a:r>
                      <a:endParaRPr kumimoji="0" lang="en-US" sz="1800" b="0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00</a:t>
                      </a:r>
                      <a:endParaRPr kumimoji="0" lang="en-US" sz="1800" b="0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  <a:endParaRPr kumimoji="0" lang="en-US" sz="1800" b="0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  <a:endParaRPr kumimoji="0" lang="en-US" sz="1800" b="0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1800" b="0" kern="12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08</a:t>
                      </a:r>
                      <a:endParaRPr kumimoji="0" lang="en-US" sz="1800" b="0" kern="12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Egl:G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_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_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06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800" b="1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06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35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lkriqj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06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bafnjkuxj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09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07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09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ns- dWEi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02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paqapkGs iks-pkSdh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7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,dq.k </a:t>
                      </a:r>
                      <a:endParaRPr lang="en-US" sz="800" b="1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26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58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116</a:t>
                      </a:r>
                    </a:p>
                  </a:txBody>
                  <a:tcPr marL="36142" marR="361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381000"/>
            <a:ext cx="8077200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sz="2000" b="1" dirty="0">
              <a:latin typeface="Kruti Dev 055" pitchFamily="2" charset="0"/>
            </a:endParaRPr>
          </a:p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fejo.kqdk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 </a:t>
            </a:r>
          </a:p>
          <a:p>
            <a:pPr lvl="0" algn="ctr"/>
            <a:endParaRPr lang="en-US" sz="1100" b="1" dirty="0">
              <a:latin typeface="Kruti Dev 055" pitchFamily="2" charset="0"/>
            </a:endParaRPr>
          </a:p>
          <a:p>
            <a:pPr algn="just"/>
            <a:endParaRPr lang="en-US" sz="2200" b="1" dirty="0">
              <a:latin typeface="Kruti Dev 055" pitchFamily="2" charset="0"/>
            </a:endParaRPr>
          </a:p>
          <a:p>
            <a:pPr algn="just"/>
            <a:r>
              <a:rPr lang="en-US" sz="2400" b="1" dirty="0">
                <a:latin typeface="Kruti Dev 055" pitchFamily="2" charset="0"/>
              </a:rPr>
              <a:t>1½ </a:t>
            </a:r>
            <a:r>
              <a:rPr lang="en-US" sz="2400" b="1" dirty="0" err="1">
                <a:latin typeface="Kruti Dev 055" pitchFamily="2" charset="0"/>
              </a:rPr>
              <a:t>Hknzdkyh</a:t>
            </a:r>
            <a:r>
              <a:rPr lang="en-US" sz="2400" b="1" dirty="0">
                <a:latin typeface="Kruti Dev 055" pitchFamily="2" charset="0"/>
              </a:rPr>
              <a:t>] </a:t>
            </a:r>
            <a:r>
              <a:rPr lang="en-US" sz="2400" b="1" dirty="0" err="1">
                <a:latin typeface="Kruti Dev 055" pitchFamily="2" charset="0"/>
              </a:rPr>
              <a:t>ljdkjokMk</a:t>
            </a:r>
            <a:r>
              <a:rPr lang="en-US" sz="2400" b="1" dirty="0">
                <a:latin typeface="Kruti Dev 055" pitchFamily="2" charset="0"/>
              </a:rPr>
              <a:t> o </a:t>
            </a:r>
            <a:r>
              <a:rPr lang="en-US" sz="2400" b="1" dirty="0" err="1">
                <a:latin typeface="Kruti Dev 055" pitchFamily="2" charset="0"/>
              </a:rPr>
              <a:t>iapoVh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iks</a:t>
            </a:r>
            <a:r>
              <a:rPr lang="en-US" sz="2400" b="1" dirty="0">
                <a:latin typeface="Kruti Dev 055" pitchFamily="2" charset="0"/>
              </a:rPr>
              <a:t>-LVs- </a:t>
            </a:r>
            <a:r>
              <a:rPr lang="en-US" sz="2400" b="1" dirty="0" err="1">
                <a:latin typeface="Kruti Dev 055" pitchFamily="2" charset="0"/>
              </a:rPr>
              <a:t>gn~nhr</a:t>
            </a:r>
            <a:r>
              <a:rPr lang="en-US" sz="2400" b="1" dirty="0">
                <a:latin typeface="Kruti Dev 055" pitchFamily="2" charset="0"/>
              </a:rPr>
              <a:t>%&amp; </a:t>
            </a:r>
          </a:p>
          <a:p>
            <a:pPr algn="just"/>
            <a:endParaRPr lang="en-US" sz="2400" b="1" dirty="0">
              <a:latin typeface="Kruti Dev 055" pitchFamily="2" charset="0"/>
            </a:endParaRPr>
          </a:p>
          <a:p>
            <a:pPr algn="just"/>
            <a:r>
              <a:rPr lang="en-US" sz="2400" b="1" dirty="0" err="1">
                <a:latin typeface="Kruti Dev 055" pitchFamily="2" charset="0"/>
              </a:rPr>
              <a:t>ukf’kd</a:t>
            </a:r>
            <a:r>
              <a:rPr lang="en-US" sz="2400" b="1" dirty="0">
                <a:latin typeface="Kruti Dev 055" pitchFamily="2" charset="0"/>
              </a:rPr>
              <a:t> ‘</a:t>
            </a:r>
            <a:r>
              <a:rPr lang="en-US" sz="2400" b="1" dirty="0" err="1">
                <a:latin typeface="Kruti Dev 055" pitchFamily="2" charset="0"/>
              </a:rPr>
              <a:t>kgjkrhy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eq</a:t>
            </a:r>
            <a:r>
              <a:rPr lang="en-US" sz="2400" b="1" dirty="0">
                <a:latin typeface="Kruti Dev 055" pitchFamily="2" charset="0"/>
              </a:rPr>
              <a:t>[; </a:t>
            </a:r>
            <a:r>
              <a:rPr lang="en-US" sz="2400" b="1" dirty="0" err="1">
                <a:latin typeface="Kruti Dev 055" pitchFamily="2" charset="0"/>
              </a:rPr>
              <a:t>x.kirh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foltZu</a:t>
            </a:r>
            <a:r>
              <a:rPr lang="en-US" sz="2400" b="1" dirty="0">
                <a:latin typeface="Kruti Dev 055" pitchFamily="2" charset="0"/>
              </a:rPr>
              <a:t> fejo.kqd</a:t>
            </a:r>
            <a:r>
              <a:rPr lang="en-US" sz="2400" dirty="0">
                <a:latin typeface="Kruti Dev 055" pitchFamily="2" charset="0"/>
              </a:rPr>
              <a:t>%&amp; </a:t>
            </a:r>
            <a:r>
              <a:rPr lang="en-US" sz="2400" b="1" dirty="0">
                <a:latin typeface="Kruti Dev 055" pitchFamily="2" charset="0"/>
              </a:rPr>
              <a:t>¼Hknzdkyh gn~n½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eaMbZ</a:t>
            </a:r>
            <a:r>
              <a:rPr lang="en-US" sz="2400" dirty="0">
                <a:latin typeface="Kruti Dev 055" pitchFamily="2" charset="0"/>
              </a:rPr>
              <a:t> ¼okdMh ckjo½ &amp; </a:t>
            </a:r>
            <a:r>
              <a:rPr lang="en-US" sz="2400" dirty="0" err="1">
                <a:latin typeface="Kruti Dev 055" pitchFamily="2" charset="0"/>
              </a:rPr>
              <a:t>dknj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ekdsZV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Qqys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eaMbZ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vCnqy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gehn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ckn’kkgh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dkWuZj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xkMxs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egkjkt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iqrGk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b="1" dirty="0">
                <a:latin typeface="Kruti Dev 055" pitchFamily="2" charset="0"/>
              </a:rPr>
              <a:t>¼ljdkjokMk gn~n½</a:t>
            </a:r>
            <a:r>
              <a:rPr lang="en-US" sz="2400" dirty="0">
                <a:latin typeface="Kruti Dev 055" pitchFamily="2" charset="0"/>
              </a:rPr>
              <a:t> /</a:t>
            </a:r>
            <a:r>
              <a:rPr lang="en-US" sz="2400" dirty="0" err="1">
                <a:latin typeface="Kruti Dev 055" pitchFamily="2" charset="0"/>
              </a:rPr>
              <a:t>kqekG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ikWbaV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lkaxyh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cWd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esgsj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flXuy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v’kksdLraHk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jfookj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dkjatk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b="1" dirty="0">
                <a:latin typeface="Kruti Dev 055" pitchFamily="2" charset="0"/>
              </a:rPr>
              <a:t>¼iapoVh gn~n½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ekysxko</a:t>
            </a:r>
            <a:r>
              <a:rPr lang="en-US" sz="2400" dirty="0">
                <a:latin typeface="Kruti Dev 055" pitchFamily="2" charset="0"/>
              </a:rPr>
              <a:t> LVW.M &amp; </a:t>
            </a:r>
            <a:r>
              <a:rPr lang="en-US" sz="2400" dirty="0" err="1">
                <a:latin typeface="Kruti Dev 055" pitchFamily="2" charset="0"/>
              </a:rPr>
              <a:t>Eglksck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egkjkt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iVkx.k</a:t>
            </a:r>
            <a:r>
              <a:rPr lang="en-US" sz="2400" dirty="0">
                <a:latin typeface="Kruti Dev 055" pitchFamily="2" charset="0"/>
              </a:rPr>
              <a:t> ;kfBdk.kh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gksrs</a:t>
            </a:r>
            <a:r>
              <a:rPr lang="en-US" sz="2400" dirty="0">
                <a:latin typeface="Kruti Dev 055" pitchFamily="2" charset="0"/>
              </a:rPr>
              <a:t>- </a:t>
            </a:r>
          </a:p>
          <a:p>
            <a:pPr algn="just"/>
            <a:r>
              <a:rPr lang="en-US" sz="2400" dirty="0" err="1">
                <a:latin typeface="Kruti Dev 055" pitchFamily="2" charset="0"/>
              </a:rPr>
              <a:t>lnj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Hknzdkyh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iks</a:t>
            </a:r>
            <a:r>
              <a:rPr lang="en-US" sz="2400" dirty="0">
                <a:latin typeface="Kruti Dev 055" pitchFamily="2" charset="0"/>
              </a:rPr>
              <a:t>-LVs- </a:t>
            </a:r>
            <a:r>
              <a:rPr lang="en-US" sz="2400" dirty="0" err="1">
                <a:latin typeface="Kruti Dev 055" pitchFamily="2" charset="0"/>
              </a:rPr>
              <a:t>gn~nhr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tgkWxhj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eLthn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tgkWxhj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dczLFkku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rlsp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gsyckoMh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eLthn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eq</a:t>
            </a:r>
            <a:r>
              <a:rPr lang="en-US" sz="2400" dirty="0">
                <a:latin typeface="Kruti Dev 055" pitchFamily="2" charset="0"/>
              </a:rPr>
              <a:t>[; fejo.kqd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okdMh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ckjo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rs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vCnqy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gehn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eqLyhe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cgqy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</a:t>
            </a:r>
            <a:endParaRPr lang="en-US" sz="54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esktop\Final\For PPT\Nashim Google Map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0"/>
            <a:ext cx="7856114" cy="4648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1½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ukf’kd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‘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kgj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fejo.kqdhpk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US" sz="4800" b="1" dirty="0">
                <a:solidFill>
                  <a:srgbClr val="FF0000"/>
                </a:solidFill>
                <a:latin typeface="Kruti Dev 055" pitchFamily="2" charset="0"/>
              </a:rPr>
              <a:t>%&amp; </a:t>
            </a:r>
          </a:p>
          <a:p>
            <a:pPr algn="ctr"/>
            <a:r>
              <a:rPr lang="en-US" sz="3200" b="1" dirty="0" err="1">
                <a:latin typeface="Kruti Dev 055" pitchFamily="2" charset="0"/>
              </a:rPr>
              <a:t>pkSd</a:t>
            </a:r>
            <a:r>
              <a:rPr lang="en-US" sz="3200" b="1" dirty="0">
                <a:latin typeface="Kruti Dev 055" pitchFamily="2" charset="0"/>
              </a:rPr>
              <a:t> </a:t>
            </a:r>
            <a:r>
              <a:rPr lang="en-US" sz="3200" b="1" dirty="0" err="1">
                <a:latin typeface="Kruti Dev 055" pitchFamily="2" charset="0"/>
              </a:rPr>
              <a:t>eaMbZ</a:t>
            </a:r>
            <a:r>
              <a:rPr lang="en-US" sz="3200" b="1" dirty="0">
                <a:latin typeface="Kruti Dev 055" pitchFamily="2" charset="0"/>
              </a:rPr>
              <a:t> ¼okdMh ckjo½ </a:t>
            </a:r>
            <a:r>
              <a:rPr lang="en-US" sz="3200" b="1" dirty="0" err="1">
                <a:latin typeface="Kruti Dev 055" pitchFamily="2" charset="0"/>
              </a:rPr>
              <a:t>rs</a:t>
            </a:r>
            <a:r>
              <a:rPr lang="en-US" sz="3200" b="1" dirty="0">
                <a:latin typeface="Kruti Dev 055" pitchFamily="2" charset="0"/>
              </a:rPr>
              <a:t> </a:t>
            </a:r>
            <a:r>
              <a:rPr lang="en-US" sz="3200" b="1" dirty="0" err="1">
                <a:latin typeface="Kruti Dev 055" pitchFamily="2" charset="0"/>
              </a:rPr>
              <a:t>Eglksck</a:t>
            </a:r>
            <a:r>
              <a:rPr lang="en-US" sz="3200" b="1" dirty="0">
                <a:latin typeface="Kruti Dev 055" pitchFamily="2" charset="0"/>
              </a:rPr>
              <a:t> </a:t>
            </a:r>
            <a:r>
              <a:rPr lang="en-US" sz="3200" b="1" dirty="0" err="1">
                <a:latin typeface="Kruti Dev 055" pitchFamily="2" charset="0"/>
              </a:rPr>
              <a:t>egkjkt</a:t>
            </a:r>
            <a:r>
              <a:rPr lang="en-US" sz="3200" b="1" dirty="0">
                <a:latin typeface="Kruti Dev 055" pitchFamily="2" charset="0"/>
              </a:rPr>
              <a:t> </a:t>
            </a:r>
            <a:r>
              <a:rPr lang="en-US" sz="3200" b="1" dirty="0" err="1">
                <a:latin typeface="Kruti Dev 055" pitchFamily="2" charset="0"/>
              </a:rPr>
              <a:t>iVkax.k</a:t>
            </a:r>
            <a:r>
              <a:rPr lang="en-US" sz="3200" b="1" dirty="0">
                <a:latin typeface="Kruti Dev 055" pitchFamily="2" charset="0"/>
              </a:rPr>
              <a:t> </a:t>
            </a:r>
            <a:r>
              <a:rPr lang="en-US" sz="3200" b="1" dirty="0" err="1">
                <a:latin typeface="Kruti Dev 055" pitchFamily="2" charset="0"/>
              </a:rPr>
              <a:t>xksnkojh</a:t>
            </a:r>
            <a:r>
              <a:rPr lang="en-US" sz="3200" b="1" dirty="0">
                <a:latin typeface="Kruti Dev 055" pitchFamily="2" charset="0"/>
              </a:rPr>
              <a:t> unh </a:t>
            </a:r>
            <a:endParaRPr lang="en-US" sz="3200" dirty="0">
              <a:latin typeface="Kruti Dev 055" pitchFamily="2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867400" y="2209800"/>
            <a:ext cx="838200" cy="1560074"/>
          </a:xfrm>
          <a:custGeom>
            <a:avLst/>
            <a:gdLst>
              <a:gd name="connsiteX0" fmla="*/ 1338871 w 1338871"/>
              <a:gd name="connsiteY0" fmla="*/ 506437 h 2296938"/>
              <a:gd name="connsiteX1" fmla="*/ 1338871 w 1338871"/>
              <a:gd name="connsiteY1" fmla="*/ 422031 h 2296938"/>
              <a:gd name="connsiteX2" fmla="*/ 1324803 w 1338871"/>
              <a:gd name="connsiteY2" fmla="*/ 267286 h 2296938"/>
              <a:gd name="connsiteX3" fmla="*/ 1310736 w 1338871"/>
              <a:gd name="connsiteY3" fmla="*/ 225083 h 2296938"/>
              <a:gd name="connsiteX4" fmla="*/ 1226329 w 1338871"/>
              <a:gd name="connsiteY4" fmla="*/ 168813 h 2296938"/>
              <a:gd name="connsiteX5" fmla="*/ 1184126 w 1338871"/>
              <a:gd name="connsiteY5" fmla="*/ 182880 h 2296938"/>
              <a:gd name="connsiteX6" fmla="*/ 1155991 w 1338871"/>
              <a:gd name="connsiteY6" fmla="*/ 225083 h 2296938"/>
              <a:gd name="connsiteX7" fmla="*/ 1085652 w 1338871"/>
              <a:gd name="connsiteY7" fmla="*/ 211016 h 2296938"/>
              <a:gd name="connsiteX8" fmla="*/ 1029382 w 1338871"/>
              <a:gd name="connsiteY8" fmla="*/ 196948 h 2296938"/>
              <a:gd name="connsiteX9" fmla="*/ 944976 w 1338871"/>
              <a:gd name="connsiteY9" fmla="*/ 168813 h 2296938"/>
              <a:gd name="connsiteX10" fmla="*/ 959043 w 1338871"/>
              <a:gd name="connsiteY10" fmla="*/ 126609 h 2296938"/>
              <a:gd name="connsiteX11" fmla="*/ 1001246 w 1338871"/>
              <a:gd name="connsiteY11" fmla="*/ 112542 h 2296938"/>
              <a:gd name="connsiteX12" fmla="*/ 959043 w 1338871"/>
              <a:gd name="connsiteY12" fmla="*/ 14068 h 2296938"/>
              <a:gd name="connsiteX13" fmla="*/ 916840 w 1338871"/>
              <a:gd name="connsiteY13" fmla="*/ 0 h 2296938"/>
              <a:gd name="connsiteX14" fmla="*/ 874637 w 1338871"/>
              <a:gd name="connsiteY14" fmla="*/ 14068 h 2296938"/>
              <a:gd name="connsiteX15" fmla="*/ 748028 w 1338871"/>
              <a:gd name="connsiteY15" fmla="*/ 112542 h 2296938"/>
              <a:gd name="connsiteX16" fmla="*/ 733960 w 1338871"/>
              <a:gd name="connsiteY16" fmla="*/ 154745 h 2296938"/>
              <a:gd name="connsiteX17" fmla="*/ 691757 w 1338871"/>
              <a:gd name="connsiteY17" fmla="*/ 168813 h 2296938"/>
              <a:gd name="connsiteX18" fmla="*/ 663622 w 1338871"/>
              <a:gd name="connsiteY18" fmla="*/ 323557 h 2296938"/>
              <a:gd name="connsiteX19" fmla="*/ 635486 w 1338871"/>
              <a:gd name="connsiteY19" fmla="*/ 351693 h 2296938"/>
              <a:gd name="connsiteX20" fmla="*/ 537012 w 1338871"/>
              <a:gd name="connsiteY20" fmla="*/ 422031 h 2296938"/>
              <a:gd name="connsiteX21" fmla="*/ 494809 w 1338871"/>
              <a:gd name="connsiteY21" fmla="*/ 436099 h 2296938"/>
              <a:gd name="connsiteX22" fmla="*/ 466674 w 1338871"/>
              <a:gd name="connsiteY22" fmla="*/ 520505 h 2296938"/>
              <a:gd name="connsiteX23" fmla="*/ 452606 w 1338871"/>
              <a:gd name="connsiteY23" fmla="*/ 703385 h 2296938"/>
              <a:gd name="connsiteX24" fmla="*/ 410403 w 1338871"/>
              <a:gd name="connsiteY24" fmla="*/ 745588 h 2296938"/>
              <a:gd name="connsiteX25" fmla="*/ 213456 w 1338871"/>
              <a:gd name="connsiteY25" fmla="*/ 787791 h 2296938"/>
              <a:gd name="connsiteX26" fmla="*/ 199388 w 1338871"/>
              <a:gd name="connsiteY26" fmla="*/ 829994 h 2296938"/>
              <a:gd name="connsiteX27" fmla="*/ 114982 w 1338871"/>
              <a:gd name="connsiteY27" fmla="*/ 872197 h 2296938"/>
              <a:gd name="connsiteX28" fmla="*/ 72779 w 1338871"/>
              <a:gd name="connsiteY28" fmla="*/ 886265 h 2296938"/>
              <a:gd name="connsiteX29" fmla="*/ 44643 w 1338871"/>
              <a:gd name="connsiteY29" fmla="*/ 914400 h 2296938"/>
              <a:gd name="connsiteX30" fmla="*/ 2440 w 1338871"/>
              <a:gd name="connsiteY30" fmla="*/ 942536 h 2296938"/>
              <a:gd name="connsiteX31" fmla="*/ 44643 w 1338871"/>
              <a:gd name="connsiteY31" fmla="*/ 1097280 h 2296938"/>
              <a:gd name="connsiteX32" fmla="*/ 86846 w 1338871"/>
              <a:gd name="connsiteY32" fmla="*/ 1266093 h 2296938"/>
              <a:gd name="connsiteX33" fmla="*/ 114982 w 1338871"/>
              <a:gd name="connsiteY33" fmla="*/ 1294228 h 2296938"/>
              <a:gd name="connsiteX34" fmla="*/ 143117 w 1338871"/>
              <a:gd name="connsiteY34" fmla="*/ 1463040 h 2296938"/>
              <a:gd name="connsiteX35" fmla="*/ 283794 w 1338871"/>
              <a:gd name="connsiteY35" fmla="*/ 1477108 h 2296938"/>
              <a:gd name="connsiteX36" fmla="*/ 354132 w 1338871"/>
              <a:gd name="connsiteY36" fmla="*/ 2152357 h 2296938"/>
              <a:gd name="connsiteX37" fmla="*/ 649554 w 1338871"/>
              <a:gd name="connsiteY37" fmla="*/ 2180493 h 2296938"/>
              <a:gd name="connsiteX38" fmla="*/ 705825 w 1338871"/>
              <a:gd name="connsiteY38" fmla="*/ 2194560 h 2296938"/>
              <a:gd name="connsiteX39" fmla="*/ 748028 w 1338871"/>
              <a:gd name="connsiteY39" fmla="*/ 2222696 h 2296938"/>
              <a:gd name="connsiteX40" fmla="*/ 916840 w 1338871"/>
              <a:gd name="connsiteY40" fmla="*/ 2293034 h 2296938"/>
              <a:gd name="connsiteX41" fmla="*/ 1198194 w 1338871"/>
              <a:gd name="connsiteY41" fmla="*/ 2293034 h 2296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38871" h="2296938">
                <a:moveTo>
                  <a:pt x="1338871" y="506437"/>
                </a:moveTo>
                <a:cubicBezTo>
                  <a:pt x="1301356" y="393896"/>
                  <a:pt x="1338871" y="534572"/>
                  <a:pt x="1338871" y="422031"/>
                </a:cubicBezTo>
                <a:cubicBezTo>
                  <a:pt x="1338871" y="370237"/>
                  <a:pt x="1332128" y="318560"/>
                  <a:pt x="1324803" y="267286"/>
                </a:cubicBezTo>
                <a:cubicBezTo>
                  <a:pt x="1322706" y="252606"/>
                  <a:pt x="1321221" y="235568"/>
                  <a:pt x="1310736" y="225083"/>
                </a:cubicBezTo>
                <a:cubicBezTo>
                  <a:pt x="1286825" y="201173"/>
                  <a:pt x="1226329" y="168813"/>
                  <a:pt x="1226329" y="168813"/>
                </a:cubicBezTo>
                <a:cubicBezTo>
                  <a:pt x="1212261" y="173502"/>
                  <a:pt x="1195705" y="173617"/>
                  <a:pt x="1184126" y="182880"/>
                </a:cubicBezTo>
                <a:cubicBezTo>
                  <a:pt x="1170924" y="193442"/>
                  <a:pt x="1172248" y="220438"/>
                  <a:pt x="1155991" y="225083"/>
                </a:cubicBezTo>
                <a:cubicBezTo>
                  <a:pt x="1133000" y="231652"/>
                  <a:pt x="1108993" y="216203"/>
                  <a:pt x="1085652" y="211016"/>
                </a:cubicBezTo>
                <a:cubicBezTo>
                  <a:pt x="1066778" y="206822"/>
                  <a:pt x="1047901" y="202504"/>
                  <a:pt x="1029382" y="196948"/>
                </a:cubicBezTo>
                <a:cubicBezTo>
                  <a:pt x="1000976" y="188426"/>
                  <a:pt x="944976" y="168813"/>
                  <a:pt x="944976" y="168813"/>
                </a:cubicBezTo>
                <a:cubicBezTo>
                  <a:pt x="949665" y="154745"/>
                  <a:pt x="948557" y="137095"/>
                  <a:pt x="959043" y="126609"/>
                </a:cubicBezTo>
                <a:cubicBezTo>
                  <a:pt x="969528" y="116124"/>
                  <a:pt x="996557" y="126610"/>
                  <a:pt x="1001246" y="112542"/>
                </a:cubicBezTo>
                <a:cubicBezTo>
                  <a:pt x="1012598" y="78488"/>
                  <a:pt x="988544" y="31769"/>
                  <a:pt x="959043" y="14068"/>
                </a:cubicBezTo>
                <a:cubicBezTo>
                  <a:pt x="946327" y="6439"/>
                  <a:pt x="930908" y="4689"/>
                  <a:pt x="916840" y="0"/>
                </a:cubicBezTo>
                <a:cubicBezTo>
                  <a:pt x="902772" y="4689"/>
                  <a:pt x="887600" y="6867"/>
                  <a:pt x="874637" y="14068"/>
                </a:cubicBezTo>
                <a:cubicBezTo>
                  <a:pt x="798917" y="56135"/>
                  <a:pt x="799292" y="61278"/>
                  <a:pt x="748028" y="112542"/>
                </a:cubicBezTo>
                <a:cubicBezTo>
                  <a:pt x="743339" y="126610"/>
                  <a:pt x="744445" y="144260"/>
                  <a:pt x="733960" y="154745"/>
                </a:cubicBezTo>
                <a:cubicBezTo>
                  <a:pt x="723475" y="165230"/>
                  <a:pt x="697460" y="155125"/>
                  <a:pt x="691757" y="168813"/>
                </a:cubicBezTo>
                <a:cubicBezTo>
                  <a:pt x="671593" y="217207"/>
                  <a:pt x="679040" y="273448"/>
                  <a:pt x="663622" y="323557"/>
                </a:cubicBezTo>
                <a:cubicBezTo>
                  <a:pt x="659721" y="336234"/>
                  <a:pt x="645675" y="343202"/>
                  <a:pt x="635486" y="351693"/>
                </a:cubicBezTo>
                <a:cubicBezTo>
                  <a:pt x="625921" y="359664"/>
                  <a:pt x="555291" y="412892"/>
                  <a:pt x="537012" y="422031"/>
                </a:cubicBezTo>
                <a:cubicBezTo>
                  <a:pt x="523749" y="428663"/>
                  <a:pt x="508877" y="431410"/>
                  <a:pt x="494809" y="436099"/>
                </a:cubicBezTo>
                <a:cubicBezTo>
                  <a:pt x="485431" y="464234"/>
                  <a:pt x="468949" y="490935"/>
                  <a:pt x="466674" y="520505"/>
                </a:cubicBezTo>
                <a:cubicBezTo>
                  <a:pt x="461985" y="581465"/>
                  <a:pt x="467435" y="644070"/>
                  <a:pt x="452606" y="703385"/>
                </a:cubicBezTo>
                <a:cubicBezTo>
                  <a:pt x="447781" y="722686"/>
                  <a:pt x="427274" y="735044"/>
                  <a:pt x="410403" y="745588"/>
                </a:cubicBezTo>
                <a:cubicBezTo>
                  <a:pt x="348699" y="784153"/>
                  <a:pt x="284348" y="779914"/>
                  <a:pt x="213456" y="787791"/>
                </a:cubicBezTo>
                <a:cubicBezTo>
                  <a:pt x="208767" y="801859"/>
                  <a:pt x="207017" y="817279"/>
                  <a:pt x="199388" y="829994"/>
                </a:cubicBezTo>
                <a:cubicBezTo>
                  <a:pt x="176537" y="868077"/>
                  <a:pt x="156486" y="860338"/>
                  <a:pt x="114982" y="872197"/>
                </a:cubicBezTo>
                <a:cubicBezTo>
                  <a:pt x="100724" y="876271"/>
                  <a:pt x="86847" y="881576"/>
                  <a:pt x="72779" y="886265"/>
                </a:cubicBezTo>
                <a:cubicBezTo>
                  <a:pt x="63400" y="895643"/>
                  <a:pt x="55000" y="906115"/>
                  <a:pt x="44643" y="914400"/>
                </a:cubicBezTo>
                <a:cubicBezTo>
                  <a:pt x="31441" y="924962"/>
                  <a:pt x="4122" y="925713"/>
                  <a:pt x="2440" y="942536"/>
                </a:cubicBezTo>
                <a:cubicBezTo>
                  <a:pt x="0" y="966940"/>
                  <a:pt x="31453" y="1057709"/>
                  <a:pt x="44643" y="1097280"/>
                </a:cubicBezTo>
                <a:cubicBezTo>
                  <a:pt x="56390" y="1202997"/>
                  <a:pt x="36825" y="1203567"/>
                  <a:pt x="86846" y="1266093"/>
                </a:cubicBezTo>
                <a:cubicBezTo>
                  <a:pt x="95131" y="1276450"/>
                  <a:pt x="105603" y="1284850"/>
                  <a:pt x="114982" y="1294228"/>
                </a:cubicBezTo>
                <a:cubicBezTo>
                  <a:pt x="124360" y="1350499"/>
                  <a:pt x="104423" y="1421122"/>
                  <a:pt x="143117" y="1463040"/>
                </a:cubicBezTo>
                <a:cubicBezTo>
                  <a:pt x="175082" y="1497669"/>
                  <a:pt x="273267" y="1431173"/>
                  <a:pt x="283794" y="1477108"/>
                </a:cubicBezTo>
                <a:cubicBezTo>
                  <a:pt x="349387" y="1763333"/>
                  <a:pt x="79518" y="2119403"/>
                  <a:pt x="354132" y="2152357"/>
                </a:cubicBezTo>
                <a:cubicBezTo>
                  <a:pt x="452347" y="2164143"/>
                  <a:pt x="551080" y="2171114"/>
                  <a:pt x="649554" y="2180493"/>
                </a:cubicBezTo>
                <a:cubicBezTo>
                  <a:pt x="668311" y="2185182"/>
                  <a:pt x="688054" y="2186944"/>
                  <a:pt x="705825" y="2194560"/>
                </a:cubicBezTo>
                <a:cubicBezTo>
                  <a:pt x="721365" y="2201220"/>
                  <a:pt x="733185" y="2214600"/>
                  <a:pt x="748028" y="2222696"/>
                </a:cubicBezTo>
                <a:cubicBezTo>
                  <a:pt x="779165" y="2239680"/>
                  <a:pt x="865378" y="2290890"/>
                  <a:pt x="916840" y="2293034"/>
                </a:cubicBezTo>
                <a:cubicBezTo>
                  <a:pt x="1010543" y="2296938"/>
                  <a:pt x="1104409" y="2293034"/>
                  <a:pt x="1198194" y="2293034"/>
                </a:cubicBezTo>
              </a:path>
            </a:pathLst>
          </a:cu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ganesh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3352800"/>
            <a:ext cx="685800" cy="85268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6 -4.07407E-6 C -0.00225 -0.00093 -0.00468 -0.00093 -0.00694 -0.00185 C -0.00885 -0.00278 -0.01058 -0.0044 -0.01249 -0.00556 C -0.01336 -0.00602 -0.0144 -0.00625 -0.01527 -0.00648 C -0.02187 -0.01204 -0.02829 -0.02083 -0.03541 -0.02407 C -0.03697 -0.02569 -0.03905 -0.02662 -0.04027 -0.0287 C -0.04079 -0.0294 -0.04044 -0.03079 -0.04096 -0.03148 C -0.04409 -0.03565 -0.04912 -0.0375 -0.05277 -0.04074 C -0.05242 -0.05926 -0.05069 -0.07407 -0.05416 -0.09167 C -0.05485 -0.09537 -0.0585 -0.09653 -0.06041 -0.09907 C -0.0611 -0.1 -0.06249 -0.10185 -0.06249 -0.10185 C -0.06492 -0.11134 -0.06631 -0.12245 -0.0618 -0.13148 C -0.05954 -0.15 -0.05051 -0.14722 -0.03749 -0.14815 C -0.03593 -0.15463 -0.03819 -0.16088 -0.0368 -0.16759 C -0.03489 -0.17662 -0.02655 -0.18102 -0.02152 -0.18611 C -0.02083 -0.19167 -0.01944 -0.1956 -0.01805 -0.20093 C -0.01701 -0.21551 -0.01579 -0.22014 -0.00485 -0.22222 C 0.00869 -0.2213 0.01095 -0.22083 0.02084 -0.21204 C 0.02258 -0.20486 0.02466 -0.19792 0.0264 -0.19074 C 0.02622 -0.18588 0.02605 -0.18079 0.0257 -0.17593 C 0.02553 -0.17315 0.02431 -0.17037 0.02431 -0.16759 " pathEditMode="relative" ptsTypes="ffffffffffffffffffff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981200"/>
            <a:ext cx="7391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Kruti Dev 055" pitchFamily="2" charset="0"/>
              </a:rPr>
              <a:t>2½ </a:t>
            </a:r>
            <a:r>
              <a:rPr lang="en-US" sz="2800" b="1" dirty="0" err="1">
                <a:latin typeface="Kruti Dev 055" pitchFamily="2" charset="0"/>
              </a:rPr>
              <a:t>Ukkf’kdjksM</a:t>
            </a:r>
            <a:r>
              <a:rPr lang="en-US" sz="2800" b="1" dirty="0">
                <a:latin typeface="Kruti Dev 055" pitchFamily="2" charset="0"/>
              </a:rPr>
              <a:t>] </a:t>
            </a:r>
            <a:r>
              <a:rPr lang="en-US" sz="2800" b="1" dirty="0" err="1">
                <a:latin typeface="Kruti Dev 055" pitchFamily="2" charset="0"/>
              </a:rPr>
              <a:t>miuxj</a:t>
            </a:r>
            <a:r>
              <a:rPr lang="en-US" sz="2800" b="1" dirty="0">
                <a:latin typeface="Kruti Dev 055" pitchFamily="2" charset="0"/>
              </a:rPr>
              <a:t> </a:t>
            </a:r>
            <a:r>
              <a:rPr lang="en-US" sz="2800" b="1" dirty="0" err="1">
                <a:latin typeface="Kruti Dev 055" pitchFamily="2" charset="0"/>
              </a:rPr>
              <a:t>iks</a:t>
            </a:r>
            <a:r>
              <a:rPr lang="en-US" sz="2800" b="1" dirty="0">
                <a:latin typeface="Kruti Dev 055" pitchFamily="2" charset="0"/>
              </a:rPr>
              <a:t>-LVs- </a:t>
            </a:r>
            <a:r>
              <a:rPr lang="en-US" sz="2800" b="1" dirty="0" err="1">
                <a:latin typeface="Kruti Dev 055" pitchFamily="2" charset="0"/>
              </a:rPr>
              <a:t>gn~nhr</a:t>
            </a:r>
            <a:r>
              <a:rPr lang="en-US" sz="2800" b="1" dirty="0">
                <a:latin typeface="Kruti Dev 055" pitchFamily="2" charset="0"/>
              </a:rPr>
              <a:t> %&amp; </a:t>
            </a:r>
          </a:p>
          <a:p>
            <a:pPr lvl="0" algn="just"/>
            <a:r>
              <a:rPr lang="en-US" sz="2800" dirty="0">
                <a:latin typeface="Kruti Dev 055" pitchFamily="2" charset="0"/>
              </a:rPr>
              <a:t>	</a:t>
            </a:r>
            <a:r>
              <a:rPr lang="en-US" sz="2800" dirty="0" err="1">
                <a:latin typeface="Kruti Dev 055" pitchFamily="2" charset="0"/>
              </a:rPr>
              <a:t>ukf’kdjksM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iks-LVs</a:t>
            </a:r>
            <a:r>
              <a:rPr lang="en-US" sz="2800" dirty="0">
                <a:latin typeface="Kruti Dev 055" pitchFamily="2" charset="0"/>
              </a:rPr>
              <a:t>- </a:t>
            </a:r>
            <a:r>
              <a:rPr lang="en-US" sz="2800" dirty="0" err="1">
                <a:latin typeface="Kruti Dev 055" pitchFamily="2" charset="0"/>
              </a:rPr>
              <a:t>gn~nhrhy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x.ks’k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foltZu</a:t>
            </a:r>
            <a:r>
              <a:rPr lang="en-US" sz="2800" dirty="0">
                <a:latin typeface="Kruti Dev 055" pitchFamily="2" charset="0"/>
              </a:rPr>
              <a:t> fejo.kqd </a:t>
            </a:r>
            <a:r>
              <a:rPr lang="en-US" sz="2800" dirty="0" err="1">
                <a:latin typeface="Kruti Dev 055" pitchFamily="2" charset="0"/>
              </a:rPr>
              <a:t>gh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fcVdks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 ;</a:t>
            </a:r>
            <a:r>
              <a:rPr lang="en-US" sz="2800" dirty="0" err="1">
                <a:latin typeface="Kruti Dev 055" pitchFamily="2" charset="0"/>
              </a:rPr>
              <a:t>sFkwu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lq</a:t>
            </a:r>
            <a:r>
              <a:rPr lang="en-US" sz="2800" dirty="0">
                <a:latin typeface="Kruti Dev 055" pitchFamily="2" charset="0"/>
              </a:rPr>
              <a:t>: </a:t>
            </a:r>
            <a:r>
              <a:rPr lang="en-US" sz="2800" dirty="0" err="1">
                <a:latin typeface="Kruti Dev 055" pitchFamily="2" charset="0"/>
              </a:rPr>
              <a:t>gksr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vlwu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rh</a:t>
            </a:r>
            <a:r>
              <a:rPr lang="en-US" sz="2800" dirty="0">
                <a:latin typeface="Kruti Dev 055" pitchFamily="2" charset="0"/>
              </a:rPr>
              <a:t> N=</a:t>
            </a:r>
            <a:r>
              <a:rPr lang="en-US" sz="2800" dirty="0" err="1">
                <a:latin typeface="Kruti Dev 055" pitchFamily="2" charset="0"/>
              </a:rPr>
              <a:t>irh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f’kokth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egkjkt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iqrGk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nsoh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ukf’kdjksM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jsYosLVs’ku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pkSd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lRdkj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ikWbaV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b="1" dirty="0">
                <a:latin typeface="Kruti Dev 055" pitchFamily="2" charset="0"/>
              </a:rPr>
              <a:t>¼miuxj gn~n½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Jhjke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eafnj</a:t>
            </a:r>
            <a:r>
              <a:rPr lang="en-US" sz="2800" dirty="0">
                <a:latin typeface="Kruti Dev 055" pitchFamily="2" charset="0"/>
              </a:rPr>
              <a:t>&amp; </a:t>
            </a:r>
            <a:r>
              <a:rPr lang="en-US" sz="2800" dirty="0" err="1">
                <a:latin typeface="Kruti Dev 055" pitchFamily="2" charset="0"/>
              </a:rPr>
              <a:t>nsoGkyh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xko</a:t>
            </a:r>
            <a:r>
              <a:rPr lang="en-US" sz="2800" dirty="0">
                <a:latin typeface="Kruti Dev 055" pitchFamily="2" charset="0"/>
              </a:rPr>
              <a:t>  &amp;</a:t>
            </a:r>
            <a:r>
              <a:rPr lang="en-US" sz="2800" dirty="0" err="1">
                <a:latin typeface="Kruti Dev 055" pitchFamily="2" charset="0"/>
              </a:rPr>
              <a:t>okynsoh</a:t>
            </a:r>
            <a:r>
              <a:rPr lang="en-US" sz="2800" dirty="0">
                <a:latin typeface="Kruti Dev 055" pitchFamily="2" charset="0"/>
              </a:rPr>
              <a:t> unh ;</a:t>
            </a:r>
            <a:r>
              <a:rPr lang="en-US" sz="2800" dirty="0" err="1">
                <a:latin typeface="Kruti Dev 055" pitchFamily="2" charset="0"/>
              </a:rPr>
              <a:t>sFkhy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foltZu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LFkGkoj</a:t>
            </a:r>
            <a:r>
              <a:rPr lang="en-US" sz="2800" dirty="0">
                <a:latin typeface="Kruti Dev 055" pitchFamily="2" charset="0"/>
              </a:rPr>
              <a:t> lairs-   </a:t>
            </a:r>
          </a:p>
          <a:p>
            <a:pPr lvl="0" algn="just"/>
            <a:r>
              <a:rPr lang="en-US" sz="2800" dirty="0">
                <a:latin typeface="Kruti Dev 055" pitchFamily="2" charset="0"/>
              </a:rPr>
              <a:t>	</a:t>
            </a:r>
            <a:r>
              <a:rPr lang="en-US" sz="2800" dirty="0" err="1">
                <a:latin typeface="Kruti Dev 055" pitchFamily="2" charset="0"/>
              </a:rPr>
              <a:t>lnj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ekxkZiklwu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tkek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eLthn</a:t>
            </a:r>
            <a:r>
              <a:rPr lang="en-US" sz="2800" dirty="0">
                <a:latin typeface="Kruti Dev 055" pitchFamily="2" charset="0"/>
              </a:rPr>
              <a:t> 50 </a:t>
            </a:r>
            <a:r>
              <a:rPr lang="en-US" sz="2800" dirty="0" err="1">
                <a:latin typeface="Kruti Dev 055" pitchFamily="2" charset="0"/>
              </a:rPr>
              <a:t>QqV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varjkoj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vkgs</a:t>
            </a:r>
            <a:r>
              <a:rPr lang="en-US" sz="2800" dirty="0">
                <a:latin typeface="Kruti Dev 055" pitchFamily="2" charset="0"/>
              </a:rPr>
              <a:t>- </a:t>
            </a:r>
            <a:r>
              <a:rPr lang="en-US" sz="2800" dirty="0" err="1">
                <a:latin typeface="Kruti Dev 055" pitchFamily="2" charset="0"/>
              </a:rPr>
              <a:t>lnj</a:t>
            </a:r>
            <a:r>
              <a:rPr lang="en-US" sz="2800" dirty="0">
                <a:latin typeface="Kruti Dev 055" pitchFamily="2" charset="0"/>
              </a:rPr>
              <a:t> fBdk.kh </a:t>
            </a:r>
            <a:r>
              <a:rPr lang="en-US" sz="2800" dirty="0" err="1">
                <a:latin typeface="Kruti Dev 055" pitchFamily="2" charset="0"/>
              </a:rPr>
              <a:t>feJ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oLrh</a:t>
            </a:r>
            <a:r>
              <a:rPr lang="en-US" sz="2800" dirty="0">
                <a:latin typeface="Kruti Dev 055" pitchFamily="2" charset="0"/>
              </a:rPr>
              <a:t> </a:t>
            </a:r>
            <a:r>
              <a:rPr lang="en-US" sz="2800" dirty="0" err="1">
                <a:latin typeface="Kruti Dev 055" pitchFamily="2" charset="0"/>
              </a:rPr>
              <a:t>vkgs</a:t>
            </a:r>
            <a:r>
              <a:rPr lang="en-US" sz="2800" dirty="0">
                <a:latin typeface="Kruti Dev 055" pitchFamily="2" charset="0"/>
              </a:rPr>
              <a:t>-</a:t>
            </a:r>
            <a:endParaRPr lang="en-US" sz="28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11</a:t>
            </a:fld>
            <a:endParaRPr lang="en-US">
              <a:latin typeface="Kruti Dev 055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6826" y="762000"/>
            <a:ext cx="4892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fejo.kqd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dz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- 2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1975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2400"/>
            <a:ext cx="792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2½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ukf’kdjksM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fejo.kqdhpk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%&amp; </a:t>
            </a:r>
          </a:p>
          <a:p>
            <a:pPr algn="ctr"/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fcVdks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okynsoh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unh</a:t>
            </a:r>
          </a:p>
        </p:txBody>
      </p:sp>
      <p:pic>
        <p:nvPicPr>
          <p:cNvPr id="6147" name="Picture 3" descr="C:\Users\Admin\Desktop\Final\For PPT\Nashik Road Final Ma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71600"/>
            <a:ext cx="8168640" cy="5105400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4950224" y="1724839"/>
            <a:ext cx="545535" cy="4323095"/>
          </a:xfrm>
          <a:custGeom>
            <a:avLst/>
            <a:gdLst>
              <a:gd name="connsiteX0" fmla="*/ 674508 w 674508"/>
              <a:gd name="connsiteY0" fmla="*/ 0 h 4839286"/>
              <a:gd name="connsiteX1" fmla="*/ 660441 w 674508"/>
              <a:gd name="connsiteY1" fmla="*/ 126609 h 4839286"/>
              <a:gd name="connsiteX2" fmla="*/ 646373 w 674508"/>
              <a:gd name="connsiteY2" fmla="*/ 576776 h 4839286"/>
              <a:gd name="connsiteX3" fmla="*/ 632305 w 674508"/>
              <a:gd name="connsiteY3" fmla="*/ 618979 h 4839286"/>
              <a:gd name="connsiteX4" fmla="*/ 604170 w 674508"/>
              <a:gd name="connsiteY4" fmla="*/ 661182 h 4839286"/>
              <a:gd name="connsiteX5" fmla="*/ 590102 w 674508"/>
              <a:gd name="connsiteY5" fmla="*/ 717453 h 4839286"/>
              <a:gd name="connsiteX6" fmla="*/ 576034 w 674508"/>
              <a:gd name="connsiteY6" fmla="*/ 759656 h 4839286"/>
              <a:gd name="connsiteX7" fmla="*/ 561967 w 674508"/>
              <a:gd name="connsiteY7" fmla="*/ 1055077 h 4839286"/>
              <a:gd name="connsiteX8" fmla="*/ 519764 w 674508"/>
              <a:gd name="connsiteY8" fmla="*/ 1209822 h 4839286"/>
              <a:gd name="connsiteX9" fmla="*/ 505696 w 674508"/>
              <a:gd name="connsiteY9" fmla="*/ 1322363 h 4839286"/>
              <a:gd name="connsiteX10" fmla="*/ 477561 w 674508"/>
              <a:gd name="connsiteY10" fmla="*/ 1927274 h 4839286"/>
              <a:gd name="connsiteX11" fmla="*/ 449425 w 674508"/>
              <a:gd name="connsiteY11" fmla="*/ 2377440 h 4839286"/>
              <a:gd name="connsiteX12" fmla="*/ 393154 w 674508"/>
              <a:gd name="connsiteY12" fmla="*/ 2391508 h 4839286"/>
              <a:gd name="connsiteX13" fmla="*/ 379087 w 674508"/>
              <a:gd name="connsiteY13" fmla="*/ 2433711 h 4839286"/>
              <a:gd name="connsiteX14" fmla="*/ 365019 w 674508"/>
              <a:gd name="connsiteY14" fmla="*/ 2489982 h 4839286"/>
              <a:gd name="connsiteX15" fmla="*/ 308748 w 674508"/>
              <a:gd name="connsiteY15" fmla="*/ 2588456 h 4839286"/>
              <a:gd name="connsiteX16" fmla="*/ 266545 w 674508"/>
              <a:gd name="connsiteY16" fmla="*/ 2771336 h 4839286"/>
              <a:gd name="connsiteX17" fmla="*/ 210274 w 674508"/>
              <a:gd name="connsiteY17" fmla="*/ 2841674 h 4839286"/>
              <a:gd name="connsiteX18" fmla="*/ 182139 w 674508"/>
              <a:gd name="connsiteY18" fmla="*/ 2883877 h 4839286"/>
              <a:gd name="connsiteX19" fmla="*/ 154004 w 674508"/>
              <a:gd name="connsiteY19" fmla="*/ 3052689 h 4839286"/>
              <a:gd name="connsiteX20" fmla="*/ 125868 w 674508"/>
              <a:gd name="connsiteY20" fmla="*/ 3080825 h 4839286"/>
              <a:gd name="connsiteX21" fmla="*/ 111801 w 674508"/>
              <a:gd name="connsiteY21" fmla="*/ 3123028 h 4839286"/>
              <a:gd name="connsiteX22" fmla="*/ 55530 w 674508"/>
              <a:gd name="connsiteY22" fmla="*/ 3179299 h 4839286"/>
              <a:gd name="connsiteX23" fmla="*/ 83665 w 674508"/>
              <a:gd name="connsiteY23" fmla="*/ 3390314 h 4839286"/>
              <a:gd name="connsiteX24" fmla="*/ 111801 w 674508"/>
              <a:gd name="connsiteY24" fmla="*/ 3432517 h 4839286"/>
              <a:gd name="connsiteX25" fmla="*/ 97733 w 674508"/>
              <a:gd name="connsiteY25" fmla="*/ 4051496 h 4839286"/>
              <a:gd name="connsiteX26" fmla="*/ 69598 w 674508"/>
              <a:gd name="connsiteY26" fmla="*/ 4093699 h 4839286"/>
              <a:gd name="connsiteX27" fmla="*/ 125868 w 674508"/>
              <a:gd name="connsiteY27" fmla="*/ 4192173 h 4839286"/>
              <a:gd name="connsiteX28" fmla="*/ 111801 w 674508"/>
              <a:gd name="connsiteY28" fmla="*/ 4501662 h 4839286"/>
              <a:gd name="connsiteX29" fmla="*/ 69598 w 674508"/>
              <a:gd name="connsiteY29" fmla="*/ 4515729 h 4839286"/>
              <a:gd name="connsiteX30" fmla="*/ 69598 w 674508"/>
              <a:gd name="connsiteY30" fmla="*/ 4740813 h 4839286"/>
              <a:gd name="connsiteX31" fmla="*/ 111801 w 674508"/>
              <a:gd name="connsiteY31" fmla="*/ 4768948 h 4839286"/>
              <a:gd name="connsiteX32" fmla="*/ 97733 w 674508"/>
              <a:gd name="connsiteY32" fmla="*/ 4839286 h 4839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508" h="4839286">
                <a:moveTo>
                  <a:pt x="674508" y="0"/>
                </a:moveTo>
                <a:cubicBezTo>
                  <a:pt x="669819" y="42203"/>
                  <a:pt x="662510" y="84197"/>
                  <a:pt x="660441" y="126609"/>
                </a:cubicBezTo>
                <a:cubicBezTo>
                  <a:pt x="653126" y="276560"/>
                  <a:pt x="654938" y="426892"/>
                  <a:pt x="646373" y="576776"/>
                </a:cubicBezTo>
                <a:cubicBezTo>
                  <a:pt x="645527" y="591581"/>
                  <a:pt x="638937" y="605716"/>
                  <a:pt x="632305" y="618979"/>
                </a:cubicBezTo>
                <a:cubicBezTo>
                  <a:pt x="624744" y="634101"/>
                  <a:pt x="613548" y="647114"/>
                  <a:pt x="604170" y="661182"/>
                </a:cubicBezTo>
                <a:cubicBezTo>
                  <a:pt x="599481" y="679939"/>
                  <a:pt x="595414" y="698863"/>
                  <a:pt x="590102" y="717453"/>
                </a:cubicBezTo>
                <a:cubicBezTo>
                  <a:pt x="586028" y="731711"/>
                  <a:pt x="577265" y="744879"/>
                  <a:pt x="576034" y="759656"/>
                </a:cubicBezTo>
                <a:cubicBezTo>
                  <a:pt x="567847" y="857901"/>
                  <a:pt x="572111" y="957015"/>
                  <a:pt x="561967" y="1055077"/>
                </a:cubicBezTo>
                <a:cubicBezTo>
                  <a:pt x="557208" y="1101080"/>
                  <a:pt x="535715" y="1161967"/>
                  <a:pt x="519764" y="1209822"/>
                </a:cubicBezTo>
                <a:cubicBezTo>
                  <a:pt x="515075" y="1247336"/>
                  <a:pt x="507270" y="1284590"/>
                  <a:pt x="505696" y="1322363"/>
                </a:cubicBezTo>
                <a:cubicBezTo>
                  <a:pt x="480256" y="1932899"/>
                  <a:pt x="551828" y="1704462"/>
                  <a:pt x="477561" y="1927274"/>
                </a:cubicBezTo>
                <a:cubicBezTo>
                  <a:pt x="468182" y="2077329"/>
                  <a:pt x="476320" y="2229517"/>
                  <a:pt x="449425" y="2377440"/>
                </a:cubicBezTo>
                <a:cubicBezTo>
                  <a:pt x="445966" y="2396462"/>
                  <a:pt x="408251" y="2379430"/>
                  <a:pt x="393154" y="2391508"/>
                </a:cubicBezTo>
                <a:cubicBezTo>
                  <a:pt x="381575" y="2400771"/>
                  <a:pt x="383161" y="2419453"/>
                  <a:pt x="379087" y="2433711"/>
                </a:cubicBezTo>
                <a:cubicBezTo>
                  <a:pt x="373776" y="2452301"/>
                  <a:pt x="371133" y="2471640"/>
                  <a:pt x="365019" y="2489982"/>
                </a:cubicBezTo>
                <a:cubicBezTo>
                  <a:pt x="340223" y="2564370"/>
                  <a:pt x="350399" y="2546805"/>
                  <a:pt x="308748" y="2588456"/>
                </a:cubicBezTo>
                <a:cubicBezTo>
                  <a:pt x="298753" y="2638431"/>
                  <a:pt x="281630" y="2729852"/>
                  <a:pt x="266545" y="2771336"/>
                </a:cubicBezTo>
                <a:cubicBezTo>
                  <a:pt x="252111" y="2811031"/>
                  <a:pt x="233846" y="2812209"/>
                  <a:pt x="210274" y="2841674"/>
                </a:cubicBezTo>
                <a:cubicBezTo>
                  <a:pt x="199712" y="2854876"/>
                  <a:pt x="191517" y="2869809"/>
                  <a:pt x="182139" y="2883877"/>
                </a:cubicBezTo>
                <a:cubicBezTo>
                  <a:pt x="172761" y="2940148"/>
                  <a:pt x="169676" y="2997837"/>
                  <a:pt x="154004" y="3052689"/>
                </a:cubicBezTo>
                <a:cubicBezTo>
                  <a:pt x="150360" y="3065442"/>
                  <a:pt x="132692" y="3069452"/>
                  <a:pt x="125868" y="3080825"/>
                </a:cubicBezTo>
                <a:cubicBezTo>
                  <a:pt x="118239" y="3093540"/>
                  <a:pt x="120420" y="3110961"/>
                  <a:pt x="111801" y="3123028"/>
                </a:cubicBezTo>
                <a:cubicBezTo>
                  <a:pt x="96383" y="3144613"/>
                  <a:pt x="55530" y="3179299"/>
                  <a:pt x="55530" y="3179299"/>
                </a:cubicBezTo>
                <a:cubicBezTo>
                  <a:pt x="57358" y="3197578"/>
                  <a:pt x="67774" y="3347937"/>
                  <a:pt x="83665" y="3390314"/>
                </a:cubicBezTo>
                <a:cubicBezTo>
                  <a:pt x="89602" y="3406145"/>
                  <a:pt x="102422" y="3418449"/>
                  <a:pt x="111801" y="3432517"/>
                </a:cubicBezTo>
                <a:cubicBezTo>
                  <a:pt x="107112" y="3638843"/>
                  <a:pt x="110879" y="3845536"/>
                  <a:pt x="97733" y="4051496"/>
                </a:cubicBezTo>
                <a:cubicBezTo>
                  <a:pt x="96656" y="4068369"/>
                  <a:pt x="72378" y="4077022"/>
                  <a:pt x="69598" y="4093699"/>
                </a:cubicBezTo>
                <a:cubicBezTo>
                  <a:pt x="64715" y="4122994"/>
                  <a:pt x="116453" y="4179619"/>
                  <a:pt x="125868" y="4192173"/>
                </a:cubicBezTo>
                <a:cubicBezTo>
                  <a:pt x="164406" y="4307783"/>
                  <a:pt x="164815" y="4289606"/>
                  <a:pt x="111801" y="4501662"/>
                </a:cubicBezTo>
                <a:cubicBezTo>
                  <a:pt x="108205" y="4516048"/>
                  <a:pt x="83666" y="4511040"/>
                  <a:pt x="69598" y="4515729"/>
                </a:cubicBezTo>
                <a:cubicBezTo>
                  <a:pt x="0" y="4585327"/>
                  <a:pt x="12433" y="4557888"/>
                  <a:pt x="69598" y="4740813"/>
                </a:cubicBezTo>
                <a:cubicBezTo>
                  <a:pt x="74641" y="4756951"/>
                  <a:pt x="97733" y="4759570"/>
                  <a:pt x="111801" y="4768948"/>
                </a:cubicBezTo>
                <a:cubicBezTo>
                  <a:pt x="128411" y="4835391"/>
                  <a:pt x="143161" y="4816573"/>
                  <a:pt x="97733" y="4839286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12</a:t>
            </a:fld>
            <a:endParaRPr lang="en-US">
              <a:latin typeface="Kruti Dev 055" pitchFamily="2" charset="0"/>
            </a:endParaRPr>
          </a:p>
        </p:txBody>
      </p:sp>
      <p:pic>
        <p:nvPicPr>
          <p:cNvPr id="9" name="Picture 8" descr="ganesh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5424952"/>
            <a:ext cx="612648" cy="7617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4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69 -0.59042 C 0.05156 -0.58903 0.05295 -0.58788 0.05312 -0.58626 C 0.05382 -0.57747 0.04948 -0.56521 0.04705 -0.55666 C 0.04618 -0.54833 0.04392 -0.54163 0.04566 -0.53376 C 0.0467 -0.5067 0.04635 -0.48566 0.04201 -0.45999 C 0.04132 -0.44264 0.04027 -0.429 0.03593 -0.41304 C 0.03507 -0.39986 0.03385 -0.38644 0.03333 -0.37326 C 0.03264 -0.35268 0.04184 -0.30365 0.02222 -0.28261 C 0.02048 -0.27428 0.01996 -0.26549 0.01232 -0.26272 C 0.00868 -0.2493 0.01475 -0.26989 0.00746 -0.25277 C 0.00573 -0.24884 0.00521 -0.24422 0.00382 -0.24005 C 0.00243 -0.23126 0.00173 -0.21207 -0.00486 -0.20444 C -0.00677 -0.20236 -0.0092 -0.20097 -0.01111 -0.19889 C -0.01198 -0.19611 -0.01285 -0.19334 -0.01354 -0.19033 C -0.01389 -0.18848 -0.01424 -0.18663 -0.01476 -0.18478 C -0.01545 -0.182 -0.01632 -0.179 -0.01719 -0.17622 C -0.01754 -0.17484 -0.01841 -0.17206 -0.01841 -0.17183 C -0.01806 -0.15772 -0.01788 -0.14338 -0.01719 -0.12928 C -0.01719 -0.12789 -0.01615 -0.1265 -0.01598 -0.12511 C -0.01493 -0.11239 -0.01615 -0.09297 -0.01233 -0.07955 C -0.00608 -0.05758 -0.0132 -0.09181 -0.00851 -0.07123 C -0.0066 -0.06313 -0.00712 -0.05481 -0.00486 -0.04694 C -0.00382 -0.03099 3.05556E-6 -0.01619 3.05556E-6 -3.01573E-6 " pathEditMode="relative" rAng="0" ptsTypes="ffffffffffffffffffffffA">
                                      <p:cBhvr>
                                        <p:cTn id="2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0" y="29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2954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Kruti Dev 055" pitchFamily="2" charset="0"/>
              </a:rPr>
              <a:t>3½ </a:t>
            </a:r>
            <a:r>
              <a:rPr lang="en-US" sz="2400" b="1" dirty="0" err="1">
                <a:latin typeface="Kruti Dev 055" pitchFamily="2" charset="0"/>
              </a:rPr>
              <a:t>nsoGkyh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dWEi</a:t>
            </a:r>
            <a:r>
              <a:rPr lang="en-US" sz="2400" b="1" dirty="0">
                <a:latin typeface="Kruti Dev 055" pitchFamily="2" charset="0"/>
              </a:rPr>
              <a:t> </a:t>
            </a:r>
            <a:r>
              <a:rPr lang="en-US" sz="2400" b="1" dirty="0" err="1">
                <a:latin typeface="Kruti Dev 055" pitchFamily="2" charset="0"/>
              </a:rPr>
              <a:t>iks</a:t>
            </a:r>
            <a:r>
              <a:rPr lang="en-US" sz="2400" b="1" dirty="0">
                <a:latin typeface="Kruti Dev 055" pitchFamily="2" charset="0"/>
              </a:rPr>
              <a:t>-LVs- </a:t>
            </a:r>
            <a:r>
              <a:rPr lang="en-US" sz="2400" b="1" dirty="0" err="1">
                <a:latin typeface="Kruti Dev 055" pitchFamily="2" charset="0"/>
              </a:rPr>
              <a:t>gn~nhr</a:t>
            </a:r>
            <a:r>
              <a:rPr lang="en-US" sz="2400" b="1" dirty="0">
                <a:latin typeface="Kruti Dev 055" pitchFamily="2" charset="0"/>
              </a:rPr>
              <a:t> %&amp; </a:t>
            </a:r>
            <a:endParaRPr lang="en-US" sz="2400" dirty="0">
              <a:latin typeface="Kruti Dev 055" pitchFamily="2" charset="0"/>
            </a:endParaRPr>
          </a:p>
          <a:p>
            <a:pPr lvl="0" algn="just"/>
            <a:r>
              <a:rPr lang="en-US" sz="2400" dirty="0" err="1">
                <a:latin typeface="Kruti Dev 055" pitchFamily="2" charset="0"/>
              </a:rPr>
              <a:t>nsoGkyh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dWEi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iks-LVs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g|hrhy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x.ks’k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ukdk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lq</a:t>
            </a:r>
            <a:r>
              <a:rPr lang="en-US" sz="2400" dirty="0">
                <a:latin typeface="Kruti Dev 055" pitchFamily="2" charset="0"/>
              </a:rPr>
              <a:t>: </a:t>
            </a:r>
            <a:r>
              <a:rPr lang="en-US" sz="2400" dirty="0" err="1">
                <a:latin typeface="Kruti Dev 055" pitchFamily="2" charset="0"/>
              </a:rPr>
              <a:t>gksr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 </a:t>
            </a:r>
            <a:r>
              <a:rPr lang="en-US" sz="2400" dirty="0" err="1">
                <a:latin typeface="Kruti Dev 055" pitchFamily="2" charset="0"/>
              </a:rPr>
              <a:t>flysD’ku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dkuZj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tqus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clLVkWi</a:t>
            </a:r>
            <a:r>
              <a:rPr lang="en-US" sz="2400" dirty="0">
                <a:latin typeface="Kruti Dev 055" pitchFamily="2" charset="0"/>
              </a:rPr>
              <a:t>&amp; &gt;</a:t>
            </a:r>
            <a:r>
              <a:rPr lang="en-US" sz="2400" dirty="0" err="1">
                <a:latin typeface="Kruti Dev 055" pitchFamily="2" charset="0"/>
              </a:rPr>
              <a:t>saMk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gkWVsy</a:t>
            </a:r>
            <a:r>
              <a:rPr lang="en-US" sz="2400" dirty="0">
                <a:latin typeface="Kruti Dev 055" pitchFamily="2" charset="0"/>
              </a:rPr>
              <a:t> ‘</a:t>
            </a:r>
            <a:r>
              <a:rPr lang="en-US" sz="2400" dirty="0" err="1">
                <a:latin typeface="Kruti Dev 055" pitchFamily="2" charset="0"/>
              </a:rPr>
              <a:t>kkjnk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gkWVsy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osyde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guqeku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eafnj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tqus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clLVkWi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iqUgk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flysD’ku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dkWuZj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ukdk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laljh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xko</a:t>
            </a:r>
            <a:r>
              <a:rPr lang="en-US" sz="2400" dirty="0">
                <a:latin typeface="Kruti Dev 055" pitchFamily="2" charset="0"/>
              </a:rPr>
              <a:t> &amp;</a:t>
            </a:r>
            <a:r>
              <a:rPr lang="en-US" sz="2400" dirty="0" err="1">
                <a:latin typeface="Kruti Dev 055" pitchFamily="2" charset="0"/>
              </a:rPr>
              <a:t>nkj.kk</a:t>
            </a:r>
            <a:r>
              <a:rPr lang="en-US" sz="2400" dirty="0">
                <a:latin typeface="Kruti Dev 055" pitchFamily="2" charset="0"/>
              </a:rPr>
              <a:t> unh ;</a:t>
            </a:r>
            <a:r>
              <a:rPr lang="en-US" sz="2400" dirty="0" err="1">
                <a:latin typeface="Kruti Dev 055" pitchFamily="2" charset="0"/>
              </a:rPr>
              <a:t>sFkhy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LFkGkoj</a:t>
            </a:r>
            <a:r>
              <a:rPr lang="en-US" sz="2400" dirty="0">
                <a:latin typeface="Kruti Dev 055" pitchFamily="2" charset="0"/>
              </a:rPr>
              <a:t> lairs- </a:t>
            </a:r>
          </a:p>
          <a:p>
            <a:pPr lvl="0" algn="just"/>
            <a:r>
              <a:rPr lang="en-US" sz="2400" dirty="0" err="1">
                <a:latin typeface="Kruti Dev 055" pitchFamily="2" charset="0"/>
              </a:rPr>
              <a:t>Hkxwj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sFkhy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x.ks’k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gh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f’kokth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sFkwu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lq</a:t>
            </a:r>
            <a:r>
              <a:rPr lang="en-US" sz="2400" dirty="0">
                <a:latin typeface="Kruti Dev 055" pitchFamily="2" charset="0"/>
              </a:rPr>
              <a:t>: </a:t>
            </a:r>
            <a:r>
              <a:rPr lang="en-US" sz="2400" dirty="0" err="1">
                <a:latin typeface="Kruti Dev 055" pitchFamily="2" charset="0"/>
              </a:rPr>
              <a:t>gksr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vlwu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ekjokMh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xYyh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cydoMs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irlaLFkk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oatkj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xYyh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flrGk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nsoh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eafnj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Hkxwj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uxjikfydk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f’kokth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dzkarh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pkSd</a:t>
            </a:r>
            <a:r>
              <a:rPr lang="en-US" sz="2400" dirty="0">
                <a:latin typeface="Kruti Dev 055" pitchFamily="2" charset="0"/>
              </a:rPr>
              <a:t>&amp; </a:t>
            </a:r>
            <a:r>
              <a:rPr lang="en-US" sz="2400" dirty="0" err="1">
                <a:latin typeface="Kruti Dev 055" pitchFamily="2" charset="0"/>
              </a:rPr>
              <a:t>jktokMk</a:t>
            </a:r>
            <a:r>
              <a:rPr lang="en-US" sz="2400" dirty="0">
                <a:latin typeface="Kruti Dev 055" pitchFamily="2" charset="0"/>
              </a:rPr>
              <a:t> &amp; </a:t>
            </a:r>
            <a:r>
              <a:rPr lang="en-US" sz="2400" dirty="0" err="1">
                <a:latin typeface="Kruti Dev 055" pitchFamily="2" charset="0"/>
              </a:rPr>
              <a:t>nkj.kk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unhoj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foltZu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dj.;kr</a:t>
            </a:r>
            <a:r>
              <a:rPr lang="en-US" sz="2400" dirty="0">
                <a:latin typeface="Kruti Dev 055" pitchFamily="2" charset="0"/>
              </a:rPr>
              <a:t> ;</a:t>
            </a:r>
            <a:r>
              <a:rPr lang="en-US" sz="2400" dirty="0" err="1">
                <a:latin typeface="Kruti Dev 055" pitchFamily="2" charset="0"/>
              </a:rPr>
              <a:t>sr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vlrs</a:t>
            </a:r>
            <a:r>
              <a:rPr lang="en-US" sz="2400" dirty="0">
                <a:latin typeface="Kruti Dev 055" pitchFamily="2" charset="0"/>
              </a:rPr>
              <a:t>- </a:t>
            </a:r>
          </a:p>
          <a:p>
            <a:pPr algn="just"/>
            <a:r>
              <a:rPr lang="en-US" sz="2400" dirty="0" err="1">
                <a:latin typeface="Kruti Dev 055" pitchFamily="2" charset="0"/>
              </a:rPr>
              <a:t>lnj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ekxkZoj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eqLyhe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yksdoLrh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vFkok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feJ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yksdoLrh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ukgh</a:t>
            </a:r>
            <a:r>
              <a:rPr lang="en-US" sz="2400" dirty="0">
                <a:latin typeface="Kruti Dev 055" pitchFamily="2" charset="0"/>
              </a:rPr>
              <a:t>- </a:t>
            </a:r>
            <a:r>
              <a:rPr lang="en-US" sz="2400" dirty="0" err="1">
                <a:latin typeface="Kruti Dev 055" pitchFamily="2" charset="0"/>
              </a:rPr>
              <a:t>eLthngh</a:t>
            </a:r>
            <a:r>
              <a:rPr lang="en-US" sz="2400" dirty="0">
                <a:latin typeface="Kruti Dev 055" pitchFamily="2" charset="0"/>
              </a:rPr>
              <a:t> fejo.kqd </a:t>
            </a:r>
            <a:r>
              <a:rPr lang="en-US" sz="2400" dirty="0" err="1">
                <a:latin typeface="Kruti Dev 055" pitchFamily="2" charset="0"/>
              </a:rPr>
              <a:t>ekxkZiklwu</a:t>
            </a:r>
            <a:r>
              <a:rPr lang="en-US" sz="2400" dirty="0">
                <a:latin typeface="Kruti Dev 055" pitchFamily="2" charset="0"/>
              </a:rPr>
              <a:t> 800 </a:t>
            </a:r>
            <a:r>
              <a:rPr lang="en-US" sz="2400" dirty="0" err="1">
                <a:latin typeface="Kruti Dev 055" pitchFamily="2" charset="0"/>
              </a:rPr>
              <a:t>rs</a:t>
            </a:r>
            <a:r>
              <a:rPr lang="en-US" sz="2400" dirty="0">
                <a:latin typeface="Kruti Dev 055" pitchFamily="2" charset="0"/>
              </a:rPr>
              <a:t> 1000  </a:t>
            </a:r>
            <a:r>
              <a:rPr lang="en-US" sz="2400" dirty="0" err="1">
                <a:latin typeface="Kruti Dev 055" pitchFamily="2" charset="0"/>
              </a:rPr>
              <a:t>feVj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varjkoj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vkgs</a:t>
            </a:r>
            <a:r>
              <a:rPr lang="en-US" sz="2400" dirty="0">
                <a:latin typeface="Kruti Dev 055" pitchFamily="2" charset="0"/>
              </a:rPr>
              <a:t>-</a:t>
            </a:r>
          </a:p>
          <a:p>
            <a:pPr lvl="0"/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;k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O;frfjDr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brj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fBdk.kh ns[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khy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ygku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fejo.kqdk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</a:rPr>
              <a:t>fu?krkr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</a:rPr>
              <a:t>-</a:t>
            </a:r>
          </a:p>
          <a:p>
            <a:r>
              <a:rPr lang="en-US" sz="2400" b="1" dirty="0">
                <a:latin typeface="Kruti Dev 055" pitchFamily="2" charset="0"/>
              </a:rPr>
              <a:t>         </a:t>
            </a:r>
            <a:r>
              <a:rPr lang="en-US" sz="2400" b="1" dirty="0" err="1">
                <a:latin typeface="Kruti Dev 055" pitchFamily="2" charset="0"/>
              </a:rPr>
              <a:t>mnkj.kkFkZ</a:t>
            </a:r>
            <a:r>
              <a:rPr lang="en-US" sz="2400" b="1" dirty="0">
                <a:latin typeface="Kruti Dev 055" pitchFamily="2" charset="0"/>
              </a:rPr>
              <a:t> %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lkriqj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vacM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xaxkiqj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vkuanoyh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vkMxko</a:t>
            </a:r>
            <a:r>
              <a:rPr lang="en-US" sz="2400" dirty="0">
                <a:latin typeface="Kruti Dev 055" pitchFamily="2" charset="0"/>
              </a:rPr>
              <a:t>] e[</a:t>
            </a:r>
            <a:r>
              <a:rPr lang="en-US" sz="2400" dirty="0" err="1">
                <a:latin typeface="Kruti Dev 055" pitchFamily="2" charset="0"/>
              </a:rPr>
              <a:t>keykckn</a:t>
            </a:r>
            <a:r>
              <a:rPr lang="en-US" sz="2400" dirty="0">
                <a:latin typeface="Kruti Dev 055" pitchFamily="2" charset="0"/>
              </a:rPr>
              <a:t> </a:t>
            </a:r>
            <a:r>
              <a:rPr lang="en-US" sz="2400" dirty="0" err="1">
                <a:latin typeface="Kruti Dev 055" pitchFamily="2" charset="0"/>
              </a:rPr>
              <a:t>xko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Hkxqj</a:t>
            </a:r>
            <a:r>
              <a:rPr lang="en-US" sz="2400" dirty="0">
                <a:latin typeface="Kruti Dev 055" pitchFamily="2" charset="0"/>
              </a:rPr>
              <a:t> ns-</a:t>
            </a:r>
            <a:r>
              <a:rPr lang="en-US" sz="2400" dirty="0" err="1">
                <a:latin typeface="Kruti Dev 055" pitchFamily="2" charset="0"/>
              </a:rPr>
              <a:t>dWEi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f’kns</a:t>
            </a:r>
            <a:r>
              <a:rPr lang="en-US" sz="2400" dirty="0">
                <a:latin typeface="Kruti Dev 055" pitchFamily="2" charset="0"/>
              </a:rPr>
              <a:t>] </a:t>
            </a:r>
            <a:r>
              <a:rPr lang="en-US" sz="2400" dirty="0" err="1">
                <a:latin typeface="Kruti Dev 055" pitchFamily="2" charset="0"/>
              </a:rPr>
              <a:t>iGls</a:t>
            </a:r>
            <a:r>
              <a:rPr lang="en-US" sz="2400" dirty="0">
                <a:latin typeface="Kruti Dev 055" pitchFamily="2" charset="0"/>
              </a:rPr>
              <a:t>-</a:t>
            </a:r>
            <a:endParaRPr lang="en-US" sz="24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latin typeface="Kruti Dev 055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13</a:t>
            </a:fld>
            <a:endParaRPr lang="en-US">
              <a:latin typeface="Kruti Dev 055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7309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21514" y="649069"/>
            <a:ext cx="4892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[;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fejo.kqd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dz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- 3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762000" y="1975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pic>
        <p:nvPicPr>
          <p:cNvPr id="7170" name="Picture 2" descr="C:\Users\Admin\Desktop\Final\For PPT\Devlali Camp Map 3A.JPG"/>
          <p:cNvPicPr>
            <a:picLocks noChangeAspect="1" noChangeArrowheads="1"/>
          </p:cNvPicPr>
          <p:nvPr/>
        </p:nvPicPr>
        <p:blipFill>
          <a:blip r:embed="rId2"/>
          <a:srcRect l="30833" t="13750"/>
          <a:stretch>
            <a:fillRect/>
          </a:stretch>
        </p:blipFill>
        <p:spPr bwMode="auto">
          <a:xfrm>
            <a:off x="1219200" y="1371600"/>
            <a:ext cx="6324600" cy="52578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177225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3½ ns-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dWEi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fejo.kqdhpk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US" sz="3200" b="1" dirty="0">
                <a:solidFill>
                  <a:srgbClr val="FF0000"/>
                </a:solidFill>
                <a:latin typeface="Kruti Dev 055" pitchFamily="2" charset="0"/>
              </a:rPr>
              <a:t>%&amp;</a:t>
            </a:r>
          </a:p>
          <a:p>
            <a:pPr algn="ctr"/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laljhukdk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nkj.kk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Kruti Dev 055" pitchFamily="2" charset="0"/>
              </a:rPr>
              <a:t> unh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Kruti Dev 055" pitchFamily="2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474651" y="2057400"/>
            <a:ext cx="2529909" cy="3621768"/>
          </a:xfrm>
          <a:custGeom>
            <a:avLst/>
            <a:gdLst>
              <a:gd name="connsiteX0" fmla="*/ 574500 w 2529909"/>
              <a:gd name="connsiteY0" fmla="*/ 0 h 3355654"/>
              <a:gd name="connsiteX1" fmla="*/ 476026 w 2529909"/>
              <a:gd name="connsiteY1" fmla="*/ 28135 h 3355654"/>
              <a:gd name="connsiteX2" fmla="*/ 447891 w 2529909"/>
              <a:gd name="connsiteY2" fmla="*/ 70338 h 3355654"/>
              <a:gd name="connsiteX3" fmla="*/ 405687 w 2529909"/>
              <a:gd name="connsiteY3" fmla="*/ 703384 h 3355654"/>
              <a:gd name="connsiteX4" fmla="*/ 391620 w 2529909"/>
              <a:gd name="connsiteY4" fmla="*/ 759655 h 3355654"/>
              <a:gd name="connsiteX5" fmla="*/ 363484 w 2529909"/>
              <a:gd name="connsiteY5" fmla="*/ 787791 h 3355654"/>
              <a:gd name="connsiteX6" fmla="*/ 321281 w 2529909"/>
              <a:gd name="connsiteY6" fmla="*/ 914400 h 3355654"/>
              <a:gd name="connsiteX7" fmla="*/ 307214 w 2529909"/>
              <a:gd name="connsiteY7" fmla="*/ 956603 h 3355654"/>
              <a:gd name="connsiteX8" fmla="*/ 321281 w 2529909"/>
              <a:gd name="connsiteY8" fmla="*/ 1083212 h 3355654"/>
              <a:gd name="connsiteX9" fmla="*/ 335349 w 2529909"/>
              <a:gd name="connsiteY9" fmla="*/ 1125415 h 3355654"/>
              <a:gd name="connsiteX10" fmla="*/ 405687 w 2529909"/>
              <a:gd name="connsiteY10" fmla="*/ 1195754 h 3355654"/>
              <a:gd name="connsiteX11" fmla="*/ 433823 w 2529909"/>
              <a:gd name="connsiteY11" fmla="*/ 1223889 h 3355654"/>
              <a:gd name="connsiteX12" fmla="*/ 433823 w 2529909"/>
              <a:gd name="connsiteY12" fmla="*/ 1505243 h 3355654"/>
              <a:gd name="connsiteX13" fmla="*/ 405687 w 2529909"/>
              <a:gd name="connsiteY13" fmla="*/ 1589649 h 3355654"/>
              <a:gd name="connsiteX14" fmla="*/ 363484 w 2529909"/>
              <a:gd name="connsiteY14" fmla="*/ 1674055 h 3355654"/>
              <a:gd name="connsiteX15" fmla="*/ 349417 w 2529909"/>
              <a:gd name="connsiteY15" fmla="*/ 1772529 h 3355654"/>
              <a:gd name="connsiteX16" fmla="*/ 321281 w 2529909"/>
              <a:gd name="connsiteY16" fmla="*/ 1899138 h 3355654"/>
              <a:gd name="connsiteX17" fmla="*/ 307214 w 2529909"/>
              <a:gd name="connsiteY17" fmla="*/ 2011680 h 3355654"/>
              <a:gd name="connsiteX18" fmla="*/ 250943 w 2529909"/>
              <a:gd name="connsiteY18" fmla="*/ 2138289 h 3355654"/>
              <a:gd name="connsiteX19" fmla="*/ 222807 w 2529909"/>
              <a:gd name="connsiteY19" fmla="*/ 2166424 h 3355654"/>
              <a:gd name="connsiteX20" fmla="*/ 194672 w 2529909"/>
              <a:gd name="connsiteY20" fmla="*/ 2278966 h 3355654"/>
              <a:gd name="connsiteX21" fmla="*/ 180604 w 2529909"/>
              <a:gd name="connsiteY21" fmla="*/ 2321169 h 3355654"/>
              <a:gd name="connsiteX22" fmla="*/ 138401 w 2529909"/>
              <a:gd name="connsiteY22" fmla="*/ 2349304 h 3355654"/>
              <a:gd name="connsiteX23" fmla="*/ 96198 w 2529909"/>
              <a:gd name="connsiteY23" fmla="*/ 2433711 h 3355654"/>
              <a:gd name="connsiteX24" fmla="*/ 68063 w 2529909"/>
              <a:gd name="connsiteY24" fmla="*/ 2518117 h 3355654"/>
              <a:gd name="connsiteX25" fmla="*/ 53995 w 2529909"/>
              <a:gd name="connsiteY25" fmla="*/ 2560320 h 3355654"/>
              <a:gd name="connsiteX26" fmla="*/ 11792 w 2529909"/>
              <a:gd name="connsiteY26" fmla="*/ 2715064 h 3355654"/>
              <a:gd name="connsiteX27" fmla="*/ 68063 w 2529909"/>
              <a:gd name="connsiteY27" fmla="*/ 2827606 h 3355654"/>
              <a:gd name="connsiteX28" fmla="*/ 110266 w 2529909"/>
              <a:gd name="connsiteY28" fmla="*/ 2869809 h 3355654"/>
              <a:gd name="connsiteX29" fmla="*/ 194672 w 2529909"/>
              <a:gd name="connsiteY29" fmla="*/ 2897944 h 3355654"/>
              <a:gd name="connsiteX30" fmla="*/ 222807 w 2529909"/>
              <a:gd name="connsiteY30" fmla="*/ 2926080 h 3355654"/>
              <a:gd name="connsiteX31" fmla="*/ 250943 w 2529909"/>
              <a:gd name="connsiteY31" fmla="*/ 2968283 h 3355654"/>
              <a:gd name="connsiteX32" fmla="*/ 335349 w 2529909"/>
              <a:gd name="connsiteY32" fmla="*/ 2996418 h 3355654"/>
              <a:gd name="connsiteX33" fmla="*/ 363484 w 2529909"/>
              <a:gd name="connsiteY33" fmla="*/ 3024554 h 3355654"/>
              <a:gd name="connsiteX34" fmla="*/ 532297 w 2529909"/>
              <a:gd name="connsiteY34" fmla="*/ 3024554 h 3355654"/>
              <a:gd name="connsiteX35" fmla="*/ 841786 w 2529909"/>
              <a:gd name="connsiteY35" fmla="*/ 3024554 h 3355654"/>
              <a:gd name="connsiteX36" fmla="*/ 940260 w 2529909"/>
              <a:gd name="connsiteY36" fmla="*/ 3123028 h 3355654"/>
              <a:gd name="connsiteX37" fmla="*/ 1066869 w 2529909"/>
              <a:gd name="connsiteY37" fmla="*/ 3193366 h 3355654"/>
              <a:gd name="connsiteX38" fmla="*/ 1137207 w 2529909"/>
              <a:gd name="connsiteY38" fmla="*/ 3221501 h 3355654"/>
              <a:gd name="connsiteX39" fmla="*/ 1517035 w 2529909"/>
              <a:gd name="connsiteY39" fmla="*/ 3249637 h 3355654"/>
              <a:gd name="connsiteX40" fmla="*/ 1559238 w 2529909"/>
              <a:gd name="connsiteY40" fmla="*/ 3263704 h 3355654"/>
              <a:gd name="connsiteX41" fmla="*/ 1756186 w 2529909"/>
              <a:gd name="connsiteY41" fmla="*/ 3291840 h 3355654"/>
              <a:gd name="connsiteX42" fmla="*/ 2234487 w 2529909"/>
              <a:gd name="connsiteY42" fmla="*/ 3291840 h 3355654"/>
              <a:gd name="connsiteX43" fmla="*/ 2332961 w 2529909"/>
              <a:gd name="connsiteY43" fmla="*/ 3193366 h 3355654"/>
              <a:gd name="connsiteX44" fmla="*/ 2403300 w 2529909"/>
              <a:gd name="connsiteY44" fmla="*/ 3165231 h 3355654"/>
              <a:gd name="connsiteX45" fmla="*/ 2431435 w 2529909"/>
              <a:gd name="connsiteY45" fmla="*/ 3137095 h 3355654"/>
              <a:gd name="connsiteX46" fmla="*/ 2473638 w 2529909"/>
              <a:gd name="connsiteY46" fmla="*/ 3123028 h 3355654"/>
              <a:gd name="connsiteX47" fmla="*/ 2529909 w 2529909"/>
              <a:gd name="connsiteY47" fmla="*/ 3080824 h 335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529909" h="3355654">
                <a:moveTo>
                  <a:pt x="574500" y="0"/>
                </a:moveTo>
                <a:cubicBezTo>
                  <a:pt x="541675" y="9378"/>
                  <a:pt x="505868" y="11556"/>
                  <a:pt x="476026" y="28135"/>
                </a:cubicBezTo>
                <a:cubicBezTo>
                  <a:pt x="461246" y="36346"/>
                  <a:pt x="448991" y="53467"/>
                  <a:pt x="447891" y="70338"/>
                </a:cubicBezTo>
                <a:cubicBezTo>
                  <a:pt x="405766" y="716256"/>
                  <a:pt x="578268" y="530809"/>
                  <a:pt x="405687" y="703384"/>
                </a:cubicBezTo>
                <a:cubicBezTo>
                  <a:pt x="400998" y="722141"/>
                  <a:pt x="400266" y="742362"/>
                  <a:pt x="391620" y="759655"/>
                </a:cubicBezTo>
                <a:cubicBezTo>
                  <a:pt x="385688" y="771518"/>
                  <a:pt x="368972" y="775716"/>
                  <a:pt x="363484" y="787791"/>
                </a:cubicBezTo>
                <a:cubicBezTo>
                  <a:pt x="345076" y="828289"/>
                  <a:pt x="335349" y="872197"/>
                  <a:pt x="321281" y="914400"/>
                </a:cubicBezTo>
                <a:lnTo>
                  <a:pt x="307214" y="956603"/>
                </a:lnTo>
                <a:cubicBezTo>
                  <a:pt x="311903" y="998806"/>
                  <a:pt x="314300" y="1041327"/>
                  <a:pt x="321281" y="1083212"/>
                </a:cubicBezTo>
                <a:cubicBezTo>
                  <a:pt x="323719" y="1097839"/>
                  <a:pt x="326452" y="1113552"/>
                  <a:pt x="335349" y="1125415"/>
                </a:cubicBezTo>
                <a:cubicBezTo>
                  <a:pt x="355244" y="1151941"/>
                  <a:pt x="382241" y="1172308"/>
                  <a:pt x="405687" y="1195754"/>
                </a:cubicBezTo>
                <a:lnTo>
                  <a:pt x="433823" y="1223889"/>
                </a:lnTo>
                <a:cubicBezTo>
                  <a:pt x="470717" y="1334567"/>
                  <a:pt x="461833" y="1290502"/>
                  <a:pt x="433823" y="1505243"/>
                </a:cubicBezTo>
                <a:cubicBezTo>
                  <a:pt x="429987" y="1534651"/>
                  <a:pt x="422138" y="1564973"/>
                  <a:pt x="405687" y="1589649"/>
                </a:cubicBezTo>
                <a:cubicBezTo>
                  <a:pt x="369327" y="1644190"/>
                  <a:pt x="382899" y="1615812"/>
                  <a:pt x="363484" y="1674055"/>
                </a:cubicBezTo>
                <a:cubicBezTo>
                  <a:pt x="358795" y="1706880"/>
                  <a:pt x="354868" y="1739822"/>
                  <a:pt x="349417" y="1772529"/>
                </a:cubicBezTo>
                <a:cubicBezTo>
                  <a:pt x="340488" y="1826106"/>
                  <a:pt x="333927" y="1848554"/>
                  <a:pt x="321281" y="1899138"/>
                </a:cubicBezTo>
                <a:cubicBezTo>
                  <a:pt x="316592" y="1936652"/>
                  <a:pt x="315135" y="1974713"/>
                  <a:pt x="307214" y="2011680"/>
                </a:cubicBezTo>
                <a:cubicBezTo>
                  <a:pt x="295788" y="2065000"/>
                  <a:pt x="282954" y="2098275"/>
                  <a:pt x="250943" y="2138289"/>
                </a:cubicBezTo>
                <a:cubicBezTo>
                  <a:pt x="242657" y="2148646"/>
                  <a:pt x="232186" y="2157046"/>
                  <a:pt x="222807" y="2166424"/>
                </a:cubicBezTo>
                <a:cubicBezTo>
                  <a:pt x="190648" y="2262908"/>
                  <a:pt x="228629" y="2143140"/>
                  <a:pt x="194672" y="2278966"/>
                </a:cubicBezTo>
                <a:cubicBezTo>
                  <a:pt x="191075" y="2293352"/>
                  <a:pt x="189867" y="2309590"/>
                  <a:pt x="180604" y="2321169"/>
                </a:cubicBezTo>
                <a:cubicBezTo>
                  <a:pt x="170042" y="2334371"/>
                  <a:pt x="152469" y="2339926"/>
                  <a:pt x="138401" y="2349304"/>
                </a:cubicBezTo>
                <a:cubicBezTo>
                  <a:pt x="87105" y="2503203"/>
                  <a:pt x="168912" y="2270107"/>
                  <a:pt x="96198" y="2433711"/>
                </a:cubicBezTo>
                <a:cubicBezTo>
                  <a:pt x="84153" y="2460812"/>
                  <a:pt x="77441" y="2489982"/>
                  <a:pt x="68063" y="2518117"/>
                </a:cubicBezTo>
                <a:cubicBezTo>
                  <a:pt x="63374" y="2532185"/>
                  <a:pt x="57591" y="2545934"/>
                  <a:pt x="53995" y="2560320"/>
                </a:cubicBezTo>
                <a:cubicBezTo>
                  <a:pt x="22264" y="2687247"/>
                  <a:pt x="38088" y="2636177"/>
                  <a:pt x="11792" y="2715064"/>
                </a:cubicBezTo>
                <a:cubicBezTo>
                  <a:pt x="32228" y="2837679"/>
                  <a:pt x="0" y="2770887"/>
                  <a:pt x="68063" y="2827606"/>
                </a:cubicBezTo>
                <a:cubicBezTo>
                  <a:pt x="83347" y="2840342"/>
                  <a:pt x="92875" y="2860147"/>
                  <a:pt x="110266" y="2869809"/>
                </a:cubicBezTo>
                <a:cubicBezTo>
                  <a:pt x="136191" y="2884212"/>
                  <a:pt x="194672" y="2897944"/>
                  <a:pt x="194672" y="2897944"/>
                </a:cubicBezTo>
                <a:cubicBezTo>
                  <a:pt x="204050" y="2907323"/>
                  <a:pt x="214522" y="2915723"/>
                  <a:pt x="222807" y="2926080"/>
                </a:cubicBezTo>
                <a:cubicBezTo>
                  <a:pt x="233369" y="2939282"/>
                  <a:pt x="236606" y="2959322"/>
                  <a:pt x="250943" y="2968283"/>
                </a:cubicBezTo>
                <a:cubicBezTo>
                  <a:pt x="276092" y="2984001"/>
                  <a:pt x="335349" y="2996418"/>
                  <a:pt x="335349" y="2996418"/>
                </a:cubicBezTo>
                <a:cubicBezTo>
                  <a:pt x="344727" y="3005797"/>
                  <a:pt x="352111" y="3017730"/>
                  <a:pt x="363484" y="3024554"/>
                </a:cubicBezTo>
                <a:cubicBezTo>
                  <a:pt x="415036" y="3055485"/>
                  <a:pt x="479535" y="3030416"/>
                  <a:pt x="532297" y="3024554"/>
                </a:cubicBezTo>
                <a:cubicBezTo>
                  <a:pt x="640485" y="2988491"/>
                  <a:pt x="671934" y="2972292"/>
                  <a:pt x="841786" y="3024554"/>
                </a:cubicBezTo>
                <a:cubicBezTo>
                  <a:pt x="886154" y="3038206"/>
                  <a:pt x="901635" y="3097278"/>
                  <a:pt x="940260" y="3123028"/>
                </a:cubicBezTo>
                <a:cubicBezTo>
                  <a:pt x="1061199" y="3203653"/>
                  <a:pt x="981977" y="3161531"/>
                  <a:pt x="1066869" y="3193366"/>
                </a:cubicBezTo>
                <a:cubicBezTo>
                  <a:pt x="1090513" y="3202233"/>
                  <a:pt x="1112150" y="3218369"/>
                  <a:pt x="1137207" y="3221501"/>
                </a:cubicBezTo>
                <a:cubicBezTo>
                  <a:pt x="1263183" y="3237248"/>
                  <a:pt x="1517035" y="3249637"/>
                  <a:pt x="1517035" y="3249637"/>
                </a:cubicBezTo>
                <a:cubicBezTo>
                  <a:pt x="1531103" y="3254326"/>
                  <a:pt x="1544635" y="3261127"/>
                  <a:pt x="1559238" y="3263704"/>
                </a:cubicBezTo>
                <a:cubicBezTo>
                  <a:pt x="1624545" y="3275229"/>
                  <a:pt x="1756186" y="3291840"/>
                  <a:pt x="1756186" y="3291840"/>
                </a:cubicBezTo>
                <a:cubicBezTo>
                  <a:pt x="1921297" y="3346878"/>
                  <a:pt x="1931370" y="3355654"/>
                  <a:pt x="2234487" y="3291840"/>
                </a:cubicBezTo>
                <a:cubicBezTo>
                  <a:pt x="2279912" y="3282277"/>
                  <a:pt x="2289860" y="3210606"/>
                  <a:pt x="2332961" y="3193366"/>
                </a:cubicBezTo>
                <a:lnTo>
                  <a:pt x="2403300" y="3165231"/>
                </a:lnTo>
                <a:cubicBezTo>
                  <a:pt x="2412678" y="3155852"/>
                  <a:pt x="2420062" y="3143919"/>
                  <a:pt x="2431435" y="3137095"/>
                </a:cubicBezTo>
                <a:cubicBezTo>
                  <a:pt x="2444150" y="3129466"/>
                  <a:pt x="2460375" y="3129660"/>
                  <a:pt x="2473638" y="3123028"/>
                </a:cubicBezTo>
                <a:cubicBezTo>
                  <a:pt x="2505450" y="3107122"/>
                  <a:pt x="2510126" y="3100607"/>
                  <a:pt x="2529909" y="3080824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pic>
        <p:nvPicPr>
          <p:cNvPr id="7" name="Picture 2" descr="C:\Users\Admin\Desktop\Magar Saheb Final Work\photos-2014-9-12-7-10-26.jpg"/>
          <p:cNvPicPr>
            <a:picLocks noChangeAspect="1" noChangeArrowheads="1"/>
          </p:cNvPicPr>
          <p:nvPr/>
        </p:nvPicPr>
        <p:blipFill>
          <a:blip r:embed="rId3"/>
          <a:srcRect l="25385" r="13077" b="17229"/>
          <a:stretch>
            <a:fillRect/>
          </a:stretch>
        </p:blipFill>
        <p:spPr bwMode="auto">
          <a:xfrm>
            <a:off x="6019800" y="4800600"/>
            <a:ext cx="1153537" cy="990600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14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2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1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97 0.01852 C -0.07622 0.025 -0.08247 0.03172 -0.08802 0.03704 C -0.09358 0.04237 -0.09341 0.04746 -0.1033 0.05 C -0.1132 0.05255 -0.13247 0.05394 -0.14775 0.05186 C -0.16302 0.04977 -0.17917 0.04237 -0.19497 0.03704 C -0.21077 0.03172 -0.2316 0.02686 -0.24219 0.02037 C -0.25278 0.01389 -0.24983 0.0007 -0.25886 -0.00185 C -0.26788 -0.00439 -0.28733 0.00718 -0.29636 0.00556 C -0.30538 0.00394 -0.30556 -0.00393 -0.31302 -0.01111 C -0.32049 -0.01828 -0.33889 -0.0206 -0.3408 -0.03703 C -0.34271 -0.05347 -0.3283 -0.09351 -0.32413 -0.10925 C -0.31997 -0.125 -0.31858 -0.12152 -0.3158 -0.13148 C -0.31302 -0.14143 -0.31163 -0.15069 -0.30747 -0.16851 C -0.3033 -0.18634 -0.29375 -0.22106 -0.2908 -0.23888 C -0.28785 -0.25671 -0.28681 -0.26458 -0.28941 -0.27592 C -0.29202 -0.28726 -0.30417 -0.29606 -0.30608 -0.3074 C -0.30799 -0.31875 -0.30313 -0.33333 -0.30052 -0.34444 C -0.29792 -0.35555 -0.2915 -0.35949 -0.2908 -0.37407 C -0.29011 -0.38865 -0.29653 -0.41481 -0.29636 -0.43148 C -0.29618 -0.44814 -0.29306 -0.46643 -0.28941 -0.47407 C -0.28577 -0.48171 -0.28004 -0.47986 -0.27413 -0.47777 " pathEditMode="relative" ptsTypes="aaaaaaaaaaaaaaaaaaaa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6096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7411" y="0"/>
            <a:ext cx="78486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bZn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&amp;,&amp;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feykn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fufeRr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dk&lt;.;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kr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s.kkjs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tqywl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</a:rPr>
              <a:t>ekxZ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1½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Hknzdkyh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iks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-LVs-%&amp; 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fejo.kqd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ekxZ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%&amp;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pkSdeaMbZ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f’kjlkB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gkWVsy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ckxokuiqjk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dFkMk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efLtn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f’kokthpkSd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fejk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nkrkj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f’kaih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xYyh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&gt;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pOgkVk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pOgkVknsoh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eafnj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Nijhph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rkyhe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lqHkk”k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okpuky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kokj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isB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vkne’kgk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lar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ukenso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iFk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dkthiqjk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iksyhl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dksd.khiqjk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mejko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esMhdy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[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kMdkGh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egkRek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Qqys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eaMbZ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ekdsZV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¸;n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yLlh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=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acd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iksyhl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vCnqy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gehn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kcktkj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fiatkj?kkV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cMh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nxkZ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;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sFks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foltZu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: 15-00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21-00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ikosrks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o 15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20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{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v’kk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okgukalg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rlsp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tuleqnk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8000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10000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gtkj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537411" y="3429000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2½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ukf’kdjksM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rgbClr val="3051DC"/>
                </a:solidFill>
                <a:latin typeface="Kruti Dev 055" pitchFamily="2" charset="0"/>
              </a:rPr>
              <a:t>iks</a:t>
            </a:r>
            <a:r>
              <a:rPr lang="en-US" sz="2000" b="1" dirty="0">
                <a:solidFill>
                  <a:srgbClr val="3051DC"/>
                </a:solidFill>
                <a:latin typeface="Kruti Dev 055" pitchFamily="2" charset="0"/>
              </a:rPr>
              <a:t>-LVs-%&amp; 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vatqeu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xkslkoh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okMh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vatqeu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‘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MkW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ckcklkgsc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vkacsMdj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f’kokth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¼pkSd½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fcVdks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pkSd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 ,e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jksMus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eqDrh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kke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lRdkj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ikWbZV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&amp;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fofgrxkao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dkWuZj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ijr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fQ:u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egkRek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xka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iqrGk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nsoGkyhxkao-lq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: 11-30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14-00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ikosrks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tuleqnk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5000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6000 o 4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fp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=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jFk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14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okgus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20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pkjpkdh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] 6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fj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{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lgHkkxh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gksrkr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2000" b="1" dirty="0">
              <a:latin typeface="Kruti Dev 055" pitchFamily="2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ojhy</a:t>
            </a:r>
            <a:r>
              <a:rPr lang="en-IN" sz="2000" b="1" dirty="0">
                <a:latin typeface="Kruti Dev 055" pitchFamily="2" charset="0"/>
              </a:rPr>
              <a:t> 02 </a:t>
            </a:r>
            <a:r>
              <a:rPr lang="en-IN" sz="2000" b="1" dirty="0" err="1">
                <a:latin typeface="Kruti Dev 055" pitchFamily="2" charset="0"/>
              </a:rPr>
              <a:t>eq</a:t>
            </a:r>
            <a:r>
              <a:rPr lang="en-IN" sz="2000" b="1" dirty="0">
                <a:latin typeface="Kruti Dev 055" pitchFamily="2" charset="0"/>
              </a:rPr>
              <a:t>[; </a:t>
            </a:r>
            <a:r>
              <a:rPr lang="en-IN" sz="2000" b="1" dirty="0" err="1">
                <a:latin typeface="Kruti Dev 055" pitchFamily="2" charset="0"/>
                <a:hlinkClick r:id="rId2"/>
              </a:rPr>
              <a:t>fejo.kqd@tqywl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O;rhfjdr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vkMxko</a:t>
            </a:r>
            <a:r>
              <a:rPr lang="en-IN" sz="2000" b="1" dirty="0">
                <a:latin typeface="Kruti Dev 055" pitchFamily="2" charset="0"/>
              </a:rPr>
              <a:t> ]</a:t>
            </a:r>
            <a:r>
              <a:rPr lang="en-IN" sz="2000" b="1" dirty="0" err="1">
                <a:latin typeface="Kruti Dev 055" pitchFamily="2" charset="0"/>
              </a:rPr>
              <a:t>bafnjkuxj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vacM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miuxj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nsoGkyh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dWEi</a:t>
            </a:r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iksyhl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LVs’ku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gn~nhr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NksV;k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fejo.kqdk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dk</a:t>
            </a:r>
            <a:r>
              <a:rPr lang="en-IN" sz="2000" b="1" dirty="0">
                <a:latin typeface="Kruti Dev 055" pitchFamily="2" charset="0"/>
              </a:rPr>
              <a:t>&lt;.;</a:t>
            </a:r>
            <a:r>
              <a:rPr lang="en-IN" sz="2000" b="1" dirty="0" err="1">
                <a:latin typeface="Kruti Dev 055" pitchFamily="2" charset="0"/>
              </a:rPr>
              <a:t>kr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srkr</a:t>
            </a:r>
            <a:r>
              <a:rPr lang="en-IN" sz="2000" b="1" dirty="0">
                <a:latin typeface="Kruti Dev 055" pitchFamily="2" charset="0"/>
              </a:rPr>
              <a:t>-  ,</a:t>
            </a:r>
            <a:r>
              <a:rPr lang="en-IN" sz="2000" b="1" dirty="0" err="1">
                <a:latin typeface="Kruti Dev 055" pitchFamily="2" charset="0"/>
              </a:rPr>
              <a:t>dq.k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  <a:hlinkClick r:id="rId2"/>
              </a:rPr>
              <a:t>fejo.kqd@tqywl</a:t>
            </a:r>
            <a:r>
              <a:rPr lang="en-IN" sz="2000" b="1" dirty="0">
                <a:latin typeface="Kruti Dev 055" pitchFamily="2" charset="0"/>
              </a:rPr>
              <a:t>  11 </a:t>
            </a:r>
            <a:r>
              <a:rPr lang="en-IN" sz="2000" b="1" dirty="0" err="1">
                <a:latin typeface="Kruti Dev 055" pitchFamily="2" charset="0"/>
              </a:rPr>
              <a:t>vkgsr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bZn&amp;,&amp;feykn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fufeRr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loZ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ef’kn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e/;s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lkeqfgd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uekt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iB.k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brj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/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kkfeZd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dk;Zdze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0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gksrkr</a:t>
            </a:r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 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15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762000" y="4261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-76200"/>
            <a:ext cx="8357616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lkoZtfud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x.kirh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eaMGs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rsFkhy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lks;h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o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lqfo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/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endParaRPr lang="en-US" sz="3200" b="1" dirty="0">
              <a:solidFill>
                <a:srgbClr val="FF0000"/>
              </a:solidFill>
              <a:latin typeface="Kruti Dev 055" pitchFamily="2" charset="0"/>
            </a:endParaRPr>
          </a:p>
          <a:p>
            <a:pPr lvl="0" algn="just">
              <a:buFont typeface="Wingdings" pitchFamily="2" charset="2"/>
              <a:buChar char="v"/>
            </a:pPr>
            <a:endParaRPr lang="en-US" sz="24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pPr lvl="0" algn="just"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Ukkf’kd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iksyhl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vk;qDrky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gn~nhr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,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dw.k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790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x.ks’k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aeaMGs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vlwu</a:t>
            </a:r>
            <a:endParaRPr lang="en-US" sz="24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</a:endParaRPr>
          </a:p>
          <a:p>
            <a:pPr lvl="0" algn="just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x.ks’k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eaMGkps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Lo;alsod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use.ksckcr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eaMGkauk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dGfo.;kr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vkysys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lvl="0" algn="just"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rlsp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eaMGkP;k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lh-lh-VhOgh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dWesjs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yko.;kckcr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lqpuk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ns.;kr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       </a:t>
            </a:r>
          </a:p>
          <a:p>
            <a:pPr lvl="0" algn="just">
              <a:buFont typeface="Wingdings" pitchFamily="2" charset="2"/>
              <a:buChar char="v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eaMGkauh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n’kZuk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s.kk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&amp;;k  L=h o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:”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kkaP;k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osxosxG;k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jkaxk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yko.ksckcr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lqpuk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ns.;kr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lvl="0" algn="just">
              <a:buFont typeface="Wingdings" pitchFamily="2" charset="2"/>
              <a:buChar char="v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egRokP;k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eaMGkaps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fQDl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ikWabZV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cankscLr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yko.;kr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srks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lvl="0" algn="just">
              <a:buFont typeface="Wingdings" pitchFamily="2" charset="2"/>
              <a:buChar char="v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ekSY;oku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x.kirhP;k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fo’ks”k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lqj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{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iqjoyh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tkrs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lvl="0" algn="just">
              <a:buFont typeface="Wingdings" pitchFamily="2" charset="2"/>
              <a:buChar char="v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x.ks’k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eaMGkps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cWfjdsfVax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o Lora=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ikdhZZax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Bso.ksckcr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eaMGkauk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dGfo.;kr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</a:p>
          <a:p>
            <a:pPr lvl="0" algn="just">
              <a:buFont typeface="Wingdings" pitchFamily="2" charset="2"/>
              <a:buChar char="v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x.ks’k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eaMGkauh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fnolk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o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jk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=h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Lo;alsod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usekos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ckcr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dGfo.;kr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rlsp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lkoZtfud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eaMGkaP;k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fBdk.kh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fi.;kps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ik.kh o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izlk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/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ku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x`gkph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lks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;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dj.ks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ckcr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dGfo.;kr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vkys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 </a:t>
            </a:r>
            <a:r>
              <a:rPr lang="en-US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vkgs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</a:rPr>
              <a:t>- </a:t>
            </a:r>
            <a:endParaRPr lang="en-US" sz="1400" b="1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16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762000" y="2737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52400" y="304800"/>
            <a:ext cx="88392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2400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Kruti Dev 055" pitchFamily="2" charset="0"/>
              </a:rPr>
              <a:t> </a:t>
            </a:r>
            <a:r>
              <a:rPr lang="en-US" sz="48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US" sz="48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?</a:t>
            </a:r>
            <a:r>
              <a:rPr lang="en-US" sz="48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kkV</a:t>
            </a:r>
            <a:endParaRPr lang="en-US" sz="5400" b="1" dirty="0">
              <a:latin typeface="Kruti Dev 055" pitchFamily="2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28473"/>
              </p:ext>
            </p:extLst>
          </p:nvPr>
        </p:nvGraphicFramePr>
        <p:xfrm>
          <a:off x="457200" y="1143002"/>
          <a:ext cx="8153400" cy="360961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v-u-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foltZu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kkVkps</a:t>
                      </a:r>
                      <a:r>
                        <a:rPr lang="en-US" sz="20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ukao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1-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Eglksck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iVkax.k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jkeokMh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2-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vkMxko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riksou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ukanqj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xko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ekuqj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f’kykiqj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yk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kyxko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vks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&lt;k]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ekaMlkaxoh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8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3-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xaxkiqj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lkses’oj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vkaunoyh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vklkjke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ckiq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4-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ljdkjokMk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?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kkjiqjs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kkV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ds-Vh-,p-,e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dkWyst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pksiMk</a:t>
                      </a:r>
                      <a:r>
                        <a:rPr lang="en-IN" sz="20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IN" sz="20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ykWUl</a:t>
                      </a:r>
                      <a:r>
                        <a:rPr lang="en-IN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5-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Vh-vk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;-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3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6-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ukf'kdjksM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nld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iqypsgMh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7-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okynsoh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fiaiGxko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[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kkac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6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8-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dWEi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laljh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xkao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Hkxqj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20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nkj.kk</a:t>
                      </a:r>
                      <a:r>
                        <a:rPr lang="en-US" sz="20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unh</a:t>
                      </a:r>
                    </a:p>
                  </a:txBody>
                  <a:tcPr marL="65843" marR="6584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1000" y="4643497"/>
            <a:ext cx="82296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ikWabZV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rsFkhy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jk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=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hP;k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osGh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s.kk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&amp;;k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lks;h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lqfo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kk</a:t>
            </a:r>
            <a:r>
              <a:rPr lang="en-US" sz="2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ukf’kd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vk;qDrky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;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,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dw.k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07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fBdk.ks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vlwu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fno’kh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egkuxj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ikfydk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dWUVksesaV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cksMZ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ekQZr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[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kj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fotsph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tujsVjlg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thoj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{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kdkaph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use.kqd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euik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ekQZr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dsyh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tkrs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folZtukps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iqjsls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euq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”;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cG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cankscLrkdkeh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use.;kr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foltZukps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euik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rQsZ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x.ks’k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eqrhZ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ladfyr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dj.;kph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dsyh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ea typeface="Times New Roman"/>
                <a:cs typeface="Times New Roman"/>
              </a:rPr>
              <a:t>tkrs</a:t>
            </a:r>
            <a:r>
              <a:rPr lang="en-IN" sz="20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  <a:endParaRPr lang="en-US" dirty="0">
              <a:latin typeface="Kruti Dev 055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17</a:t>
            </a:fld>
            <a:endParaRPr lang="en-US" dirty="0">
              <a:latin typeface="Kruti Dev 055" pitchFamily="2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57200" y="578556"/>
            <a:ext cx="81534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80772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6- 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cankscLr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njE;ku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;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s.kkÚ;k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leL;k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o 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mik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; ;</a:t>
            </a:r>
            <a:r>
              <a:rPr lang="en-IN" sz="4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kstuk</a:t>
            </a:r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endParaRPr lang="en-IN" sz="4000" b="1" dirty="0">
              <a:solidFill>
                <a:srgbClr val="FF0000"/>
              </a:solidFill>
              <a:latin typeface="Kruti Dev 055" pitchFamily="2" charset="0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cankscLrk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njE;ku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jLR;koj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ykbZVph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iqjs’kh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O;oLFkk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ul.ks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fejo.kqdk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foukdkj.k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jsaxkG.ks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latin typeface="Kruti Dev 055" pitchFamily="2" charset="0"/>
                <a:cs typeface="Times New Roman"/>
              </a:rPr>
              <a:t>fejo.kqdkaph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mf’kjk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lqjokr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dj.ks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fejo.kqdh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njE;ku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ckFk:eph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O;oLFkk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ul.ks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fejo.kqd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ekxkZoj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ykdMh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cWjsdsVhax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ul.ks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eaMGkps</a:t>
            </a:r>
            <a:r>
              <a:rPr lang="en-IN" sz="2400" b="1" dirty="0">
                <a:latin typeface="Kruti Dev 055" pitchFamily="2" charset="0"/>
                <a:cs typeface="Times New Roman"/>
              </a:rPr>
              <a:t> &lt;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ksy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iFkd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eaMGki;Zr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mf’kjk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iksgksprkr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latin typeface="Kruti Dev 055" pitchFamily="2" charset="0"/>
                <a:cs typeface="Times New Roman"/>
              </a:rPr>
              <a:t>jLR;kaojhy</a:t>
            </a:r>
            <a:r>
              <a:rPr lang="en-IN" sz="2400" b="1" dirty="0">
                <a:latin typeface="Kruti Dev 055" pitchFamily="2" charset="0"/>
                <a:cs typeface="Times New Roman"/>
              </a:rPr>
              <a:t> [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kM~M;kaeqGs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fejo.kqdhl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foyac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gksrk</a:t>
            </a:r>
            <a:r>
              <a:rPr lang="en-IN" sz="24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cs typeface="Times New Roman"/>
              </a:rPr>
              <a:t>fejo.kqd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ekxkZOkj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deh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maphP;k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dekuh</a:t>
            </a:r>
            <a:r>
              <a:rPr lang="en-IN" sz="2400" b="1" dirty="0">
                <a:latin typeface="Kruti Dev 055" pitchFamily="2" charset="0"/>
                <a:cs typeface="Times New Roman"/>
              </a:rPr>
              <a:t>]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yksacdG.kkÚ;k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fotsP;k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rkjk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;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keqGs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eqrhZ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vM.;kph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laHkkouk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vlrs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latin typeface="Kruti Dev 055" pitchFamily="2" charset="0"/>
                <a:cs typeface="Times New Roman"/>
              </a:rPr>
              <a:t>ojhy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loZ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leL;kackcr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iz’kklukus</a:t>
            </a:r>
            <a:r>
              <a:rPr lang="en-IN" sz="2400" b="1" dirty="0">
                <a:latin typeface="Kruti Dev 055" pitchFamily="2" charset="0"/>
                <a:cs typeface="Times New Roman"/>
              </a:rPr>
              <a:t> ?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ksrysY;k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leUo</a:t>
            </a:r>
            <a:r>
              <a:rPr lang="en-IN" sz="2400" b="1" dirty="0">
                <a:latin typeface="Kruti Dev 055" pitchFamily="2" charset="0"/>
                <a:cs typeface="Times New Roman"/>
              </a:rPr>
              <a:t>;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cSBfdr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lacf</a:t>
            </a:r>
            <a:r>
              <a:rPr lang="en-IN" sz="2400" b="1" dirty="0">
                <a:latin typeface="Kruti Dev 055" pitchFamily="2" charset="0"/>
                <a:cs typeface="Times New Roman"/>
              </a:rPr>
              <a:t>/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foHkkxkP;k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vf</a:t>
            </a:r>
            <a:r>
              <a:rPr lang="en-IN" sz="2400" b="1" dirty="0">
                <a:latin typeface="Kruti Dev 055" pitchFamily="2" charset="0"/>
                <a:cs typeface="Times New Roman"/>
              </a:rPr>
              <a:t>/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kdkÚ;kauk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lfoLrj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lqpuk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ns.;kr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vkY;k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vkgsr</a:t>
            </a:r>
            <a:r>
              <a:rPr lang="en-IN" sz="2400" b="1" dirty="0">
                <a:latin typeface="Kruti Dev 055" pitchFamily="2" charset="0"/>
                <a:cs typeface="Times New Roman"/>
              </a:rPr>
              <a:t>-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rlsp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R;kauk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ys</a:t>
            </a:r>
            <a:r>
              <a:rPr lang="en-IN" sz="2400" b="1" dirty="0">
                <a:latin typeface="Kruti Dev 055" pitchFamily="2" charset="0"/>
                <a:cs typeface="Times New Roman"/>
              </a:rPr>
              <a:t>[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kh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dGfo.;kr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vkys</a:t>
            </a:r>
            <a:r>
              <a:rPr lang="en-IN" sz="2400" b="1" dirty="0">
                <a:latin typeface="Kruti Dev 055" pitchFamily="2" charset="0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IN" sz="2400" b="1" dirty="0">
                <a:latin typeface="Kruti Dev 055" pitchFamily="2" charset="0"/>
                <a:cs typeface="Times New Roman"/>
              </a:rPr>
              <a:t>-</a:t>
            </a:r>
            <a:endParaRPr lang="en-US" sz="2400" dirty="0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1975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399" y="150197"/>
            <a:ext cx="784860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7-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okgus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lvl="0" algn="ctr"/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x.ks’kksRlo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cankscLrkdfjrk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eksVkj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ifjogu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foHkkx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ukf’kd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kgj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kaps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dMqu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vko’;drsuqlkj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okgus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iqjfo.;kr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srkr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/>
            <a:endParaRPr lang="en-IN" sz="24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vf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okgukaph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vko’;drk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HkklY;kl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brj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kkldh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;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foHkkx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kapsdMqu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okgus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vf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kxzghr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dsys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tkrkr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endParaRPr lang="en-US" sz="20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  <a:ea typeface="Times New Roman"/>
              <a:cs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1975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20</a:t>
            </a:fld>
            <a:endParaRPr lang="en-US">
              <a:latin typeface="Kruti Dev 055" pitchFamily="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59264"/>
              </p:ext>
            </p:extLst>
          </p:nvPr>
        </p:nvGraphicFramePr>
        <p:xfrm>
          <a:off x="457200" y="3429000"/>
          <a:ext cx="7848600" cy="1920240"/>
        </p:xfrm>
        <a:graphic>
          <a:graphicData uri="http://schemas.openxmlformats.org/drawingml/2006/table">
            <a:tbl>
              <a:tblPr/>
              <a:tblGrid>
                <a:gridCol w="551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430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ua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-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izdkj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,l-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vkj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-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-,Q-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Izkf’k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{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k.kkFkhZ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mi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fujh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{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kd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jsYos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gksexkMZ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:”k 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efgyk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6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ekx.kh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dj.;kr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vkysys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euq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”;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cG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01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daiuh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58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25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1100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250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086" marR="630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28600" y="2875747"/>
            <a:ext cx="84582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x.ks’kksRlo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o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bZn&amp;,&amp;feykn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dfjrk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vfrfjDr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euq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”;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cGkph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ekfgrh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ckcr</a:t>
            </a:r>
            <a:r>
              <a:rPr lang="en-US" sz="2200" dirty="0">
                <a:solidFill>
                  <a:srgbClr val="FF0000"/>
                </a:solidFill>
                <a:latin typeface="Kruti Dev 055" pitchFamily="2" charset="0"/>
                <a:ea typeface="SimSun"/>
                <a:cs typeface="Times New Roman"/>
              </a:rPr>
              <a:t>--</a:t>
            </a:r>
            <a:endParaRPr kumimoji="0" lang="en-US" sz="2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latin typeface="Kruti Dev 055" pitchFamily="2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00200" y="115669"/>
            <a:ext cx="594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8-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miyC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/k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euq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”;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cG</a:t>
            </a:r>
            <a:endParaRPr lang="en-US" sz="36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04985"/>
              </p:ext>
            </p:extLst>
          </p:nvPr>
        </p:nvGraphicFramePr>
        <p:xfrm>
          <a:off x="609600" y="815314"/>
          <a:ext cx="7848599" cy="1920240"/>
        </p:xfrm>
        <a:graphic>
          <a:graphicData uri="http://schemas.openxmlformats.org/drawingml/2006/table">
            <a:tbl>
              <a:tblPr/>
              <a:tblGrid>
                <a:gridCol w="123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izdkj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vk;qDr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mik;qDr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l-iks-vk-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 fufj{kd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l-iks-fu-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iks-m-fu-</a:t>
                      </a:r>
                      <a:endParaRPr lang="en-US" sz="180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vaeynkj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eatqj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 la[;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kcG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8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56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67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125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3071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gtj la[;kcG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4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7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45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52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99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2865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marR="18415" algn="just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fjDr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&amp;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&amp;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01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11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15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26</a:t>
                      </a: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SimSun"/>
                          <a:cs typeface="Times New Roman"/>
                        </a:rPr>
                        <a:t>206</a:t>
                      </a:r>
                      <a:endParaRPr lang="en-US" sz="1800" dirty="0">
                        <a:solidFill>
                          <a:schemeClr val="tx1"/>
                        </a:solidFill>
                        <a:latin typeface="Kruti Dev 055" pitchFamily="2" charset="0"/>
                        <a:ea typeface="SimSun"/>
                        <a:cs typeface="Times New Roman"/>
                      </a:endParaRPr>
                    </a:p>
                  </a:txBody>
                  <a:tcPr marL="66068" marR="660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05384" y="5571428"/>
            <a:ext cx="807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Ukf‘kd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iksyhl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vk;qDrky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;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dz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- d{k 10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fo’kk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fganq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Vscy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@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x.ks’kksRlo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cankscLr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&amp;@ 5313@2024@fn-28@08@2024 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vUo;s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ek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-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iksyhl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egklapkyd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dk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-o-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lq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-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dk;kZy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;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eqacbZ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;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kauh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iqjfoyk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 </a:t>
            </a:r>
            <a:r>
              <a:rPr lang="en-IN" sz="2000" dirty="0" err="1">
                <a:latin typeface="Kruti Dev 055" pitchFamily="2" charset="0"/>
                <a:ea typeface="SimSun"/>
                <a:cs typeface="Times New Roman"/>
              </a:rPr>
              <a:t>vkgs</a:t>
            </a:r>
            <a:r>
              <a:rPr lang="en-IN" sz="2000" dirty="0">
                <a:latin typeface="Kruti Dev 055" pitchFamily="2" charset="0"/>
                <a:ea typeface="SimSun"/>
                <a:cs typeface="Times New Roman"/>
              </a:rPr>
              <a:t>-   </a:t>
            </a:r>
            <a:endParaRPr lang="en-US" sz="2000" dirty="0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6096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" y="531197"/>
            <a:ext cx="8153399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9-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cankscLrk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njE;ku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nG.k&amp;oG.k</a:t>
            </a:r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lvl="0" algn="ctr"/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x.ks’kksRlo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2024 o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ps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vuq”kaxkus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ukf’kd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vk;qDrky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;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dk;Z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{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=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ok;jysl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dE;qfuds’ku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lqfLFkrhr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‘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kgj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okgrqd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[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Lora=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pWuy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ua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05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dk;ZfUor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eq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[;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laidkZdfjrk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Lora=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pWuy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ua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03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dk;ZfUor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x.ks’kksRlo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o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njE;ku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cankscLr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dkeh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vko’;drsuqlkj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okWdhVkWdh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LVWfVd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lsV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ph ekx.kh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x.ks’kksRlo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2024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P;k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vuq”kaxkus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cankscLrk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lkBh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lans’kogukdfjrk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vf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kdkjh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kauk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tkLrhr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tkLr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okWdhVkWdh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ns.;kr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eq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[; fejo.kqd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ekxkZoj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ukxfjdkauk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lqpuk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ns.ks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tutkx`rh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dj.ks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dfjrk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,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flfLVeps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fu;kstu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vkysys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fejo.kqd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folZtukps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ok;jysl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lsV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yko.;kr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eq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[; fejo.kqd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ekxkZoj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vko’;drsuqlkj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okWp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VkWoj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yko.;kr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vlwu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VkWoj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oj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l’kL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=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vaeynkj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nqchZ.k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lg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fu;qDr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IN" sz="2400" b="1" dirty="0" err="1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Kruti Dev 055" pitchFamily="2" charset="0"/>
                <a:ea typeface="Times New Roman"/>
                <a:cs typeface="Times New Roman"/>
              </a:rPr>
              <a:t>-  </a:t>
            </a:r>
            <a:endParaRPr lang="en-US" sz="2400" b="1" dirty="0">
              <a:solidFill>
                <a:schemeClr val="tx2">
                  <a:lumMod val="50000"/>
                </a:schemeClr>
              </a:solidFill>
              <a:latin typeface="Kruti Dev 055" pitchFamily="2" charset="0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7620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685800"/>
            <a:ext cx="8001000" cy="4525963"/>
          </a:xfrm>
        </p:spPr>
        <p:txBody>
          <a:bodyPr>
            <a:normAutofit/>
          </a:bodyPr>
          <a:lstStyle/>
          <a:p>
            <a:pPr lvl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10- 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,l-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vkj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- ,Q-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daiuh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lvl="0" algn="ctr">
              <a:buNone/>
            </a:pPr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lvl="0" algn="just">
              <a:buNone/>
            </a:pP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x.ks’kksRlo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2024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ps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vuq”kaxkus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ukf’kd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kgj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vk;qDrky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;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02 ,l-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-,Q-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daiuhph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vko’;drk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vlrs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Hknzdkyh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LVs’ku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nq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kctkj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pkSd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ljdkjokMk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iks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-LVs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jfookj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dkjatk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ukf’kdjksM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iks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-LVs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Jh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N=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irh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f’kokth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egkjkt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kapk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iqrGk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xksnkojh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unh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ik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=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nld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?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kkV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;k fBdk.kh  ,l-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-,Q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IykVqu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Bso.;kr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vk;qDrky;krhy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lfeJ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oLrh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]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laonsu’khy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fBdk.ks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vko’;drsuqlkj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,l-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vkj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-,Q-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daiuhps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fu;kstu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b="1" dirty="0" err="1">
                <a:latin typeface="Kruti Dev 055" pitchFamily="2" charset="0"/>
                <a:ea typeface="Times New Roman"/>
                <a:cs typeface="Times New Roman"/>
              </a:rPr>
              <a:t>srs</a:t>
            </a:r>
            <a:r>
              <a:rPr lang="en-IN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endParaRPr lang="en-IN" b="1" dirty="0">
              <a:latin typeface="Kruti Dev 055" pitchFamily="2" charset="0"/>
              <a:ea typeface="Times New Roman"/>
              <a:cs typeface="Times New Roman"/>
            </a:endParaRPr>
          </a:p>
          <a:p>
            <a:endParaRPr lang="en-US" dirty="0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457200" y="533400"/>
            <a:ext cx="81534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33400"/>
            <a:ext cx="81534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11 - /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kkfeZd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rs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&lt;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vFkok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lkekftd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r.kko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vlysyh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fBdk.ks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Hknzdkyh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LVs’ku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gn~nhrhy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1½pkSd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eaMbZ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 2½f’kokth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pkSd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]3½vk&gt;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kn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pkSd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]4½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fiaiGpkSd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&amp;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fBdk.kh ‘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kkarrk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vckf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/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jgkoh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;k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dfjrk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kkarrk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lferh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lnL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;]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eksgYyk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dfeVh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 ;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kaP;k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cSBdkaps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fu;kstu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vkys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 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rlsp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pkSdlHkk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?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ks.;kr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vkY;k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/>
            <a:endParaRPr lang="en-IN" b="1" dirty="0">
              <a:latin typeface="Kruti Dev 055" pitchFamily="2" charset="0"/>
              <a:ea typeface="Times New Roman"/>
              <a:cs typeface="Times New Roman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23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382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Kruti Dev 055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21159"/>
            <a:ext cx="8077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12-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Lkaosnu’khy</a:t>
            </a: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fBdk.ks</a:t>
            </a:r>
            <a:endParaRPr lang="en-US" sz="20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82391"/>
              </p:ext>
            </p:extLst>
          </p:nvPr>
        </p:nvGraphicFramePr>
        <p:xfrm>
          <a:off x="457200" y="1066800"/>
          <a:ext cx="8237025" cy="5682997"/>
        </p:xfrm>
        <a:graphic>
          <a:graphicData uri="http://schemas.openxmlformats.org/drawingml/2006/table">
            <a:tbl>
              <a:tblPr/>
              <a:tblGrid>
                <a:gridCol w="581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2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v-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dz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iks-LVs-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fBdk.kkaps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oxhZdj.k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laosnuf’ky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fBdk.ks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Hknzdkyh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lfeJ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yksdoLrh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nq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kcktkj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dFkMk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tqus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‘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kkyhekj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-e-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iqrGk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froa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cMh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nxkZ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ch-Mh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Hkkysdj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eSnku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Onkjdk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oMkGkukdk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ljdkjokMk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jfookj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v’kksdLRkaHk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esgsj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flXuy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fl-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-,l-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flXuy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ekysxko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LVW.M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isB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dkjatk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ljnkj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eqacbZukdk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lfeJ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yksdoLrh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Hkkjr uxj] Onkjdk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xaxkiwj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uo’;k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vkuanoyh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nxkZ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ukf’kdjksM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fcVdks pkSd] tsyjksM] flUuj QkVk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miuxj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Times New Roman"/>
                          <a:cs typeface="Times New Roman"/>
                        </a:rPr>
                        <a:t>nsoGkyh xko] nRr eafnj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ns-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dWEi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Kruti Dev 055" pitchFamily="2" charset="0"/>
                          <a:ea typeface="Times New Roman"/>
                          <a:cs typeface="Times New Roman"/>
                        </a:rPr>
                        <a:t>Hkxwj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9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iouuxj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mRreuxj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f=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eqrhZ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LVsV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cWd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vacM</a:t>
                      </a:r>
                      <a:r>
                        <a:rPr lang="en-US" sz="18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fyad</a:t>
                      </a:r>
                      <a:r>
                        <a:rPr lang="en-US" sz="18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1800" baseline="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800">
                        <a:solidFill>
                          <a:srgbClr val="FF000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lkriwj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xnhZps</a:t>
                      </a:r>
                      <a:r>
                        <a:rPr lang="en-US" sz="1800" baseline="0" dirty="0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7030A0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fBdk.k</a:t>
                      </a:r>
                      <a:endParaRPr lang="en-US" sz="1800" b="1" dirty="0">
                        <a:solidFill>
                          <a:srgbClr val="7030A0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Vkmu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vW.M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efgaanzk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ksiMiV~Vh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Lokjckckuxj</a:t>
                      </a:r>
                      <a:r>
                        <a:rPr lang="en-US" sz="18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v’kksduxj</a:t>
                      </a:r>
                      <a:endParaRPr lang="en-US" sz="18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3944" marR="639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24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762000"/>
            <a:ext cx="7772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Lakosnu’khy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fBdk.kh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s.kkjh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dk;Zokgh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ifjljkr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iksyhl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LVs’ku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Lrjkoj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:V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ekpZ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srks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‘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kkarrk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lferh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eksgYyk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dfeVh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]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iksfyl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fe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=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la?kVuk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kaP;k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cSBdk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?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ks.;kr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vkY;k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vkgsr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Hkkxkr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lh-lh-fVOgh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dWesjs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yko.ks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ckcr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lqpuk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ns.;kr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vkys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lnj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Hkkxkr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vko’;drsuqlkj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cankscLr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yko.;kr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IN" sz="2400" b="1" dirty="0" err="1">
                <a:latin typeface="Kruti Dev 055" pitchFamily="2" charset="0"/>
                <a:ea typeface="Times New Roman"/>
                <a:cs typeface="Times New Roman"/>
              </a:rPr>
              <a:t>srks</a:t>
            </a:r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lvl="0">
              <a:buFont typeface="Wingdings" pitchFamily="2" charset="2"/>
              <a:buChar char="Ø"/>
            </a:pP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dksfcax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vkWijs’ku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jkcfo.;kr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lvl="0">
              <a:buFont typeface="Wingdings" pitchFamily="2" charset="2"/>
              <a:buChar char="Ø"/>
            </a:pP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Mªksu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dWesjkpk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okij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</a:p>
          <a:p>
            <a:pPr lvl="0">
              <a:buFont typeface="Wingdings" pitchFamily="2" charset="2"/>
              <a:buChar char="Ø"/>
            </a:pP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,l-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vkj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ih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-,Q-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IykVqu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yko.;kr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 </a:t>
            </a:r>
          </a:p>
          <a:p>
            <a:pPr lvl="0">
              <a:buFont typeface="Wingdings" pitchFamily="2" charset="2"/>
              <a:buChar char="Ø"/>
            </a:pP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jsdkWMZ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ojhy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xqUgsxkj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;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kauk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LFkkuc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/n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dj.;kr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 ;s.kkj </a:t>
            </a:r>
            <a:r>
              <a:rPr lang="en-US" sz="2400" b="1" dirty="0" err="1">
                <a:latin typeface="Kruti Dev 055" pitchFamily="2" charset="0"/>
                <a:ea typeface="Times New Roman"/>
                <a:cs typeface="Times New Roman"/>
              </a:rPr>
              <a:t>vkgs</a:t>
            </a:r>
            <a:r>
              <a:rPr lang="en-US" sz="2400" b="1" dirty="0">
                <a:latin typeface="Kruti Dev 055" pitchFamily="2" charset="0"/>
                <a:ea typeface="Times New Roman"/>
                <a:cs typeface="Times New Roman"/>
              </a:rPr>
              <a:t>-</a:t>
            </a:r>
            <a:endParaRPr lang="en-US" b="1" dirty="0">
              <a:latin typeface="Kruti Dev 055" pitchFamily="2" charset="0"/>
              <a:ea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fld id="{31F6D6AB-6DFB-42E4-B9FF-DB494B863150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8382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228600"/>
            <a:ext cx="7620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13 -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x.kirh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o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bZn&amp;,&amp;feykn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njE;ku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nk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[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ky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xqUgs</a:t>
            </a:r>
            <a:endParaRPr lang="en-IN" sz="100" b="1" dirty="0">
              <a:solidFill>
                <a:srgbClr val="3051DC"/>
              </a:solidFill>
              <a:latin typeface="Kruti Dev 055" pitchFamily="2" charset="0"/>
              <a:ea typeface="Times New Roman"/>
              <a:cs typeface="Times New Roman"/>
            </a:endParaRPr>
          </a:p>
          <a:p>
            <a:pPr algn="ctr"/>
            <a:r>
              <a:rPr lang="en-IN" b="1" dirty="0">
                <a:solidFill>
                  <a:srgbClr val="3051DC"/>
                </a:solidFill>
                <a:latin typeface="Kruti Dev 055" pitchFamily="2" charset="0"/>
                <a:ea typeface="Times New Roman"/>
                <a:cs typeface="Times New Roman"/>
              </a:rPr>
              <a:t> </a:t>
            </a:r>
            <a:endParaRPr lang="en-IN" sz="2400" b="1" dirty="0">
              <a:latin typeface="Kruti Dev 055" pitchFamily="2" charset="0"/>
              <a:ea typeface="Times New Roman"/>
              <a:cs typeface="Times New Roman"/>
            </a:endParaRPr>
          </a:p>
          <a:p>
            <a:pPr algn="ctr"/>
            <a:r>
              <a:rPr lang="en-IN" sz="2400" b="1" dirty="0">
                <a:latin typeface="Kruti Dev 055" pitchFamily="2" charset="0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3718679"/>
            <a:ext cx="83576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Kruti Dev 055" pitchFamily="2" charset="0"/>
                <a:cs typeface="Times New Roman"/>
              </a:rPr>
              <a:t>2019 e/;s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xaxkiqj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foltZukP;k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osGh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xksnkojh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unh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</a:t>
            </a:r>
            <a:r>
              <a:rPr lang="en-US" sz="2200" b="1" dirty="0">
                <a:latin typeface="Kruti Dev 055" pitchFamily="2" charset="0"/>
                <a:cs typeface="Times New Roman"/>
              </a:rPr>
              <a:t>=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cqMqu</a:t>
            </a:r>
            <a:r>
              <a:rPr lang="en-US" sz="2200" b="1" dirty="0">
                <a:latin typeface="Kruti Dev 055" pitchFamily="2" charset="0"/>
                <a:cs typeface="Times New Roman"/>
              </a:rPr>
              <a:t> 01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ble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e;r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kyk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Kruti Dev 055" pitchFamily="2" charset="0"/>
                <a:cs typeface="Times New Roman"/>
              </a:rPr>
              <a:t>2020 e/;s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ukf’kdjksM</a:t>
            </a:r>
            <a:r>
              <a:rPr lang="en-US" sz="2200" b="1" dirty="0">
                <a:latin typeface="Kruti Dev 055" pitchFamily="2" charset="0"/>
                <a:cs typeface="Times New Roman"/>
              </a:rPr>
              <a:t> o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miuxj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foltZukP;k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osGh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nkj.kk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o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okynsoh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unh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</a:t>
            </a:r>
            <a:r>
              <a:rPr lang="en-US" sz="2200" b="1" dirty="0">
                <a:latin typeface="Kruti Dev 055" pitchFamily="2" charset="0"/>
                <a:cs typeface="Times New Roman"/>
              </a:rPr>
              <a:t>=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cqMqu</a:t>
            </a:r>
            <a:r>
              <a:rPr lang="en-US" sz="2200" b="1" dirty="0">
                <a:latin typeface="Kruti Dev 055" pitchFamily="2" charset="0"/>
                <a:cs typeface="Times New Roman"/>
              </a:rPr>
              <a:t> 02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ble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e;r</a:t>
            </a:r>
            <a:r>
              <a:rPr lang="en-US" sz="2200" b="1" dirty="0">
                <a:latin typeface="Kruti Dev 055" pitchFamily="2" charset="0"/>
                <a:cs typeface="Times New Roman"/>
              </a:rPr>
              <a:t> &gt;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kys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vkgsr</a:t>
            </a:r>
            <a:r>
              <a:rPr lang="en-US" sz="2200" b="1" dirty="0">
                <a:latin typeface="Kruti Dev 055" pitchFamily="2" charset="0"/>
                <a:cs typeface="Times New Roman"/>
              </a:rPr>
              <a:t>-  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Kruti Dev 055" pitchFamily="2" charset="0"/>
                <a:cs typeface="Times New Roman"/>
              </a:rPr>
              <a:t>2021 e/;s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iapoVh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xq</a:t>
            </a:r>
            <a:r>
              <a:rPr lang="en-US" sz="2200" b="1" dirty="0">
                <a:latin typeface="Kruti Dev 055" pitchFamily="2" charset="0"/>
                <a:cs typeface="Times New Roman"/>
              </a:rPr>
              <a:t>-j-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ua</a:t>
            </a:r>
            <a:r>
              <a:rPr lang="en-US" sz="2200" b="1" dirty="0">
                <a:latin typeface="Kruti Dev 055" pitchFamily="2" charset="0"/>
                <a:cs typeface="Times New Roman"/>
              </a:rPr>
              <a:t>- 308@2021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Hkknfo</a:t>
            </a:r>
            <a:r>
              <a:rPr lang="en-US" sz="2200" b="1" dirty="0">
                <a:latin typeface="Kruti Dev 055" pitchFamily="2" charset="0"/>
                <a:cs typeface="Times New Roman"/>
              </a:rPr>
              <a:t> dye 304 ¼v½]279]337]380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eksVkj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okgu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vf</a:t>
            </a:r>
            <a:r>
              <a:rPr lang="en-US" sz="2200" b="1" dirty="0">
                <a:latin typeface="Kruti Dev 055" pitchFamily="2" charset="0"/>
                <a:cs typeface="Times New Roman"/>
              </a:rPr>
              <a:t>/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kfu;e</a:t>
            </a:r>
            <a:r>
              <a:rPr lang="en-US" sz="2200" b="1" dirty="0">
                <a:latin typeface="Kruti Dev 055" pitchFamily="2" charset="0"/>
                <a:cs typeface="Times New Roman"/>
              </a:rPr>
              <a:t> 1988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ps</a:t>
            </a:r>
            <a:r>
              <a:rPr lang="en-US" sz="2200" b="1" dirty="0">
                <a:latin typeface="Kruti Dev 055" pitchFamily="2" charset="0"/>
                <a:cs typeface="Times New Roman"/>
              </a:rPr>
              <a:t> dye 184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izek.ks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 01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xqUgk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nk</a:t>
            </a:r>
            <a:r>
              <a:rPr lang="en-US" sz="2200" b="1" dirty="0">
                <a:latin typeface="Kruti Dev 055" pitchFamily="2" charset="0"/>
                <a:cs typeface="Times New Roman"/>
              </a:rPr>
              <a:t>[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ky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vlqu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U;k;izfo”B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b="1" dirty="0">
                <a:latin typeface="Kruti Dev 055" pitchFamily="2" charset="0"/>
                <a:cs typeface="Times New Roman"/>
              </a:rPr>
              <a:t>2022 e/;s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iapoVh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-LVs-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xq</a:t>
            </a:r>
            <a:r>
              <a:rPr lang="en-US" sz="2200" b="1" dirty="0">
                <a:latin typeface="Kruti Dev 055" pitchFamily="2" charset="0"/>
                <a:cs typeface="Times New Roman"/>
              </a:rPr>
              <a:t>-j-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ua</a:t>
            </a:r>
            <a:r>
              <a:rPr lang="en-US" sz="2200" b="1" dirty="0">
                <a:latin typeface="Kruti Dev 055" pitchFamily="2" charset="0"/>
                <a:cs typeface="Times New Roman"/>
              </a:rPr>
              <a:t>- 356@2022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Hkknfo</a:t>
            </a:r>
            <a:r>
              <a:rPr lang="en-US" sz="2200" b="1" dirty="0">
                <a:latin typeface="Kruti Dev 055" pitchFamily="2" charset="0"/>
                <a:cs typeface="Times New Roman"/>
              </a:rPr>
              <a:t> dye 326] 324]323]504]34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izek.ks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xqUgk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nk</a:t>
            </a:r>
            <a:r>
              <a:rPr lang="en-US" sz="2200" b="1" dirty="0">
                <a:latin typeface="Kruti Dev 055" pitchFamily="2" charset="0"/>
                <a:cs typeface="Times New Roman"/>
              </a:rPr>
              <a:t>[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ky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vlqu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U;k;izfo”B</a:t>
            </a:r>
            <a:r>
              <a:rPr lang="en-US" sz="2200" b="1" dirty="0">
                <a:latin typeface="Kruti Dev 055" pitchFamily="2" charset="0"/>
                <a:cs typeface="Times New Roman"/>
              </a:rPr>
              <a:t> </a:t>
            </a:r>
            <a:r>
              <a:rPr lang="en-US" sz="22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200" b="1" dirty="0">
                <a:latin typeface="Kruti Dev 055" pitchFamily="2" charset="0"/>
                <a:cs typeface="Times New Roman"/>
              </a:rPr>
              <a:t>-</a:t>
            </a:r>
            <a:endParaRPr lang="en-IN" sz="2200" b="1" dirty="0">
              <a:latin typeface="Kruti Dev 055" pitchFamily="2" charset="0"/>
              <a:cs typeface="Times New Rom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02401"/>
              </p:ext>
            </p:extLst>
          </p:nvPr>
        </p:nvGraphicFramePr>
        <p:xfrm>
          <a:off x="1270377" y="1210056"/>
          <a:ext cx="6273423" cy="2441448"/>
        </p:xfrm>
        <a:graphic>
          <a:graphicData uri="http://schemas.openxmlformats.org/drawingml/2006/table">
            <a:tbl>
              <a:tblPr/>
              <a:tblGrid>
                <a:gridCol w="8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lu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Hkkx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1 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rs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   5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Hkkx &amp;6</a:t>
                      </a:r>
                      <a:endParaRPr lang="en-US" sz="16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,u-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lh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</a:t>
                      </a:r>
                      <a:r>
                        <a:rPr lang="en-US" sz="2400" b="1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ky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l|fLFkrh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nk[ky</a:t>
                      </a:r>
                      <a:endParaRPr lang="en-US" sz="160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2018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endParaRPr lang="en-US" sz="20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2019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2020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2021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U;k;izfo”B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ruti Dev 055" pitchFamily="2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Kruti Dev 055" pitchFamily="2" charset="0"/>
                          <a:ea typeface="Times New Roman"/>
                          <a:cs typeface="Times New Roman"/>
                        </a:rPr>
                        <a:t>fujad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Kruti Dev 055" pitchFamily="2" charset="0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600" dirty="0"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13823"/>
              </p:ext>
            </p:extLst>
          </p:nvPr>
        </p:nvGraphicFramePr>
        <p:xfrm>
          <a:off x="533400" y="1447800"/>
          <a:ext cx="7620000" cy="511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0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ukf’kd ‘kgj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-j-u dye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- 308@2021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Hkknfo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304¼v½]279] 337]338 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eksVkj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okgu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vf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kfu;e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1988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184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izekk.ks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5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iksf‘k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@ 664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fnyhi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fuo`Rrh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ok:axls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use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-LVs-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‘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kgj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46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xksj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kukFk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y{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e.k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ksackM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o; 28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o”kZ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20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20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2000" b="1" kern="1200" baseline="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25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xq-?k-rk-osG o fBdk.k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fn-19@09@2021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08-50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Eglksck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iVkax.k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fn-19@09@2021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13-03 ok-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2299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 fBdk.kh ;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rkC;krhy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Maij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gyxthZus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pkyoqu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rsFks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clysY;k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blekl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tksjkph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Bksl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ekjyh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jLR;kP;k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cktql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clysyk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60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o”kkZpk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ble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e;r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&gt;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lnj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vi?kkr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foltZukps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fBdk.kh &gt;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kyk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gksrk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04800" y="152400"/>
            <a:ext cx="8077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x.ks’kksRlo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2021 e/;s 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ukf’kd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iksyhl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vk;qDrky;kr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iapoVh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-LVs ;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sFks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01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xqUgk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nk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[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ky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</a:t>
            </a:r>
            <a:endParaRPr lang="en-US" sz="32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</p:spPr>
        <p:txBody>
          <a:bodyPr/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27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620734"/>
              </p:ext>
            </p:extLst>
          </p:nvPr>
        </p:nvGraphicFramePr>
        <p:xfrm>
          <a:off x="152400" y="1295400"/>
          <a:ext cx="8586216" cy="5473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0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85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Bk.ks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iksyhl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LVs’ku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ukf’kd ‘kgj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397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-j-u dye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xqjua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- 356@2022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Hkknfo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dye 326]324]323]504]34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izek.ks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0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uko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_”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khds’k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v’kksd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xjM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o; 25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O;olk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;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etqjh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xtkuu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pkSd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]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xq:Onkjk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jksM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ua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4216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382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1½Ek;qj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mQZ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MkUlj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HkkLdj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iokj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dksGhokMk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2½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vkdk’k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panzHkku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xk;dokM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dksGhokMk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kumimoji="0" lang="en-IN" sz="1800" b="1" kern="1200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kumimoji="0" lang="en-IN" sz="1800" b="1" kern="1200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kumimoji="0" lang="en-US" sz="1800" b="1" kern="1200" baseline="0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0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xq-?k-rk-osG o fBdk.k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fn-09@09@2022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20-45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oktsps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lqekjkl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x.ks’kokMh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nsoheafnjkleksj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iapoVh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ukf’kd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91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nk-rk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o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fn-10@09@2022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jksth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00-14 ok-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8363">
                <a:tc>
                  <a:txBody>
                    <a:bodyPr/>
                    <a:lstStyle/>
                    <a:p>
                      <a:pPr marL="45720" marR="0" indent="-1028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" algn="l"/>
                        </a:tabLs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gdhxr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ojhy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rkj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osGh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o fBdk.kh ;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krhy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lIrJ`axh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eaMGkpk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dk;ZdrkZ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rks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lIrJ`axh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x.ks’k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eaMGkps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x.kirh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folZtukps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fejo.kqdhr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vlrkauk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fejo.kqdhph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&lt;s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ksryh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xks”Vhpk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kauk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jkx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sowu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xkMh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iq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&lt;s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?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ksryh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vkEgkl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ukpk;ps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gksrs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vls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Eg.kqu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dwjkir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okbZV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lkbZZV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f’kohxkG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/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kDdk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cwDdh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vkjksih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ua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1 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R;kps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f[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k’kkrhy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pkdq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&lt;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wu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fQ;kZnhP;k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MkO;k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cktwl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dacjstoG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okj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d:u vi[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kq’khus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nq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kkir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dsyh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 Eg.kwu </a:t>
                      </a:r>
                      <a:r>
                        <a:rPr lang="en-US" sz="1800" b="1" baseline="0" dirty="0" err="1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xqUgk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Kruti Dev 055" pitchFamily="2" charset="0"/>
                          <a:ea typeface="Times New Roman"/>
                          <a:cs typeface="Times New Roman"/>
                        </a:rPr>
                        <a:t>-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Kruti Dev 055" pitchFamily="2" charset="0"/>
                        <a:ea typeface="Times New Roman"/>
                        <a:cs typeface="Times New Roman"/>
                      </a:endParaRPr>
                    </a:p>
                  </a:txBody>
                  <a:tcPr marL="34273" marR="3427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152400"/>
            <a:ext cx="8077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x.ks’kksRlo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2022 e/;s 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ukf’kd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iksyhl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vk;qDrky;kr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iapoVh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-LVs ;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sFks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01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xqUgk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nk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[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ky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</a:t>
            </a:r>
            <a:endParaRPr lang="en-US" sz="3200" dirty="0">
              <a:solidFill>
                <a:srgbClr val="FF0000"/>
              </a:solidFill>
              <a:latin typeface="Kruti Dev 055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28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47379" y="264063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38200" y="3048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0469" y="-592982"/>
            <a:ext cx="84582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15-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vuar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prqn’khZ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o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bZn&amp;,&amp;feykn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vuq”kaxkus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r;kjh</a:t>
            </a:r>
            <a:endParaRPr lang="en-IN" sz="3600" b="1" dirty="0">
              <a:solidFill>
                <a:srgbClr val="FF0000"/>
              </a:solidFill>
              <a:latin typeface="Kruti Dev 055" pitchFamily="2" charset="0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endParaRPr lang="en-IN" b="1" dirty="0">
              <a:latin typeface="Kruti Dev 055" pitchFamily="2" charset="0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eaMGs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o ‘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kgjs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[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krhc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kaph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cSBd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?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ks.;kr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vkyh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vlwu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bZn&amp;,&amp;feykn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tqyql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fejo.kqd</a:t>
            </a:r>
          </a:p>
          <a:p>
            <a:pPr algn="just"/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 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gh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fn- 16@09@2024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fdaok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fn- 17@09@2024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jksth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¼panzn’kZukuqlkj ½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dk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&lt;.;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kr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;s.kkj 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lnj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tqywl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fejo.kqdhckcr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eqfLye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/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keZxq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: o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eaMG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kaph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fn- 16@09@2024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P;k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panzn’kZukuqlkj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la;qDr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cSBd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?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ks.;kr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;s.kkj </a:t>
            </a:r>
            <a:r>
              <a:rPr lang="en-IN" sz="20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vkgs</a:t>
            </a:r>
            <a:r>
              <a:rPr lang="en-IN" sz="20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- </a:t>
            </a:r>
            <a:endParaRPr lang="en-IN" b="1" dirty="0">
              <a:solidFill>
                <a:srgbClr val="FF0000"/>
              </a:solidFill>
              <a:latin typeface="Kruti Dev 055" pitchFamily="2" charset="0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879" y="2590800"/>
            <a:ext cx="86868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16 o 17-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lks’ky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feMh;k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ekWfuVjhax</a:t>
            </a:r>
            <a:endParaRPr lang="en-IN" sz="3600" b="1" dirty="0">
              <a:solidFill>
                <a:srgbClr val="FF0000"/>
              </a:solidFill>
              <a:latin typeface="Kruti Dev 055" pitchFamily="2" charset="0"/>
              <a:cs typeface="Times New Roman"/>
            </a:endParaRPr>
          </a:p>
          <a:p>
            <a:pPr algn="just">
              <a:buFont typeface="Wingdings" pitchFamily="2" charset="2"/>
              <a:buChar char="Ø"/>
            </a:pPr>
            <a:r>
              <a:rPr lang="en-IN" b="1" dirty="0">
                <a:solidFill>
                  <a:srgbClr val="0070C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ukf’kd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vk;qDrky;kr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fo’ks”k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‘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</a:t>
            </a:r>
            <a:r>
              <a:rPr lang="en-IN" sz="2000" b="1" dirty="0">
                <a:latin typeface="Kruti Dev 055" pitchFamily="2" charset="0"/>
                <a:cs typeface="Times New Roman"/>
              </a:rPr>
              <a:t>[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varxZr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01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vf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kdkjh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o 13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vaeynkj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LVs’ku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dMqu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xksifu</a:t>
            </a:r>
            <a:r>
              <a:rPr lang="en-IN" sz="2000" b="1" dirty="0">
                <a:latin typeface="Kruti Dev 055" pitchFamily="2" charset="0"/>
                <a:cs typeface="Times New Roman"/>
              </a:rPr>
              <a:t>;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ekfgrh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ladfyr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 err="1">
                <a:latin typeface="Kruti Dev 055" pitchFamily="2" charset="0"/>
                <a:cs typeface="Times New Roman"/>
              </a:rPr>
              <a:t>jkeiz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lferhP;k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f’kQkj’khuqlkj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vk;qDr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kaps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v/;{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krs</a:t>
            </a:r>
            <a:r>
              <a:rPr lang="en-IN" sz="2000" b="1" dirty="0">
                <a:latin typeface="Kruti Dev 055" pitchFamily="2" charset="0"/>
                <a:cs typeface="Times New Roman"/>
              </a:rPr>
              <a:t>[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kkyh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ukf’kd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ftYg;krhy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loZ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foHkkxkP;k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xqIrokrkZ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;a=.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kkph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cSBd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?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ks.;kr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sowu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ekfgrhph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nsok.k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?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ksok.k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dsyh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tkrs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x.ks’kksRlo</a:t>
            </a:r>
            <a:r>
              <a:rPr lang="en-IN" sz="2000" b="1" dirty="0">
                <a:latin typeface="Kruti Dev 055" pitchFamily="2" charset="0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bZn</a:t>
            </a:r>
            <a:r>
              <a:rPr lang="en-IN" sz="2000" b="1" dirty="0">
                <a:latin typeface="Kruti Dev 055" pitchFamily="2" charset="0"/>
                <a:cs typeface="Times New Roman"/>
              </a:rPr>
              <a:t> &amp;,&amp;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feykn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vuq”kaxkus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‘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kkarrk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lferh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lnL</a:t>
            </a:r>
            <a:r>
              <a:rPr lang="en-IN" sz="2000" b="1" dirty="0">
                <a:latin typeface="Kruti Dev 055" pitchFamily="2" charset="0"/>
                <a:cs typeface="Times New Roman"/>
              </a:rPr>
              <a:t>;]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x.ks’keaMG</a:t>
            </a:r>
            <a:r>
              <a:rPr lang="en-IN" sz="2000" b="1" dirty="0">
                <a:latin typeface="Kruti Dev 055" pitchFamily="2" charset="0"/>
                <a:cs typeface="Times New Roman"/>
              </a:rPr>
              <a:t> v/;{k]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x.ks’k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eaMG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inkf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kdkjh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izfr”Bhr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ukxfjd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]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MkWDVj</a:t>
            </a:r>
            <a:r>
              <a:rPr lang="en-IN" sz="2000" b="1" dirty="0">
                <a:latin typeface="Kruti Dev 055" pitchFamily="2" charset="0"/>
                <a:cs typeface="Times New Roman"/>
              </a:rPr>
              <a:t>]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jfgok’kh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lkslk;Vhps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psvjeu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kaps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OgkWVl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vi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xqzi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r;kj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sowu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dks.krkgh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v{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ksikgZ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lans’k</a:t>
            </a:r>
            <a:r>
              <a:rPr lang="en-IN" sz="2000" b="1" dirty="0">
                <a:latin typeface="Kruti Dev 055" pitchFamily="2" charset="0"/>
                <a:cs typeface="Times New Roman"/>
              </a:rPr>
              <a:t>]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etdqj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lks’ky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feMh;koj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izlkjhr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gks.kkj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ukgh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cs typeface="Times New Roman"/>
              </a:rPr>
              <a:t> v{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ksikgZ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cWuj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gksMhZXTk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yko.;kr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;s.kkj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ukghr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dks.krkgh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vuqfpr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izdkj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?kM.kkj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ukgh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;kph n{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krk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?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ks.;kr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srs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 err="1">
                <a:latin typeface="Kruti Dev 055" pitchFamily="2" charset="0"/>
                <a:cs typeface="Times New Roman"/>
              </a:rPr>
              <a:t>x.kirh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bZn&amp;,&amp;feykn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fufeRr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Lora=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lks’ky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feMh;k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d{k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LFkkiu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vkysyk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vlwu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dkSLrqHk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lksyadh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gs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lnj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d{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kkps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dkedkt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ikgr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vkgsr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b="1" dirty="0" err="1">
                <a:latin typeface="Kruti Dev 055" pitchFamily="2" charset="0"/>
                <a:cs typeface="Times New Roman"/>
              </a:rPr>
              <a:t>lks’ky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feMh;k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vWiOnkjs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ekfgrh</a:t>
            </a:r>
            <a:r>
              <a:rPr lang="en-US" sz="2000" b="1" dirty="0">
                <a:latin typeface="Kruti Dev 055" pitchFamily="2" charset="0"/>
                <a:cs typeface="Times New Roman"/>
              </a:rPr>
              <a:t> ?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ksoqu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fu;a</a:t>
            </a:r>
            <a:r>
              <a:rPr lang="en-US" sz="2000" b="1" dirty="0">
                <a:latin typeface="Kruti Dev 055" pitchFamily="2" charset="0"/>
                <a:cs typeface="Times New Roman"/>
              </a:rPr>
              <a:t>=.k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Bso.;kr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;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sr</a:t>
            </a:r>
            <a:r>
              <a:rPr lang="en-US" sz="2000" b="1" dirty="0">
                <a:latin typeface="Kruti Dev 055" pitchFamily="2" charset="0"/>
                <a:cs typeface="Times New Roman"/>
              </a:rPr>
              <a:t> </a:t>
            </a:r>
            <a:r>
              <a:rPr lang="en-US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US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endParaRPr lang="en-IN" b="1" dirty="0">
              <a:solidFill>
                <a:srgbClr val="0070C0"/>
              </a:solidFill>
              <a:latin typeface="Kruti Dev 055" pitchFamily="2" charset="0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09600" y="35052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38200" y="4261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32816" y="-152118"/>
            <a:ext cx="8001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18-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iksyhl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 </a:t>
            </a:r>
            <a:r>
              <a:rPr lang="en-IN" sz="36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dY;k.k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b="1" dirty="0">
                <a:latin typeface="Kruti Dev 055" pitchFamily="2" charset="0"/>
                <a:cs typeface="Times New Roman"/>
              </a:rPr>
              <a:t>  </a:t>
            </a:r>
          </a:p>
          <a:p>
            <a:pPr algn="ctr"/>
            <a:r>
              <a:rPr lang="en-IN" sz="2000" b="1" dirty="0" err="1">
                <a:latin typeface="Kruti Dev 055" pitchFamily="2" charset="0"/>
                <a:cs typeface="Times New Roman"/>
              </a:rPr>
              <a:t>cankscLrkdfjrk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vlysys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vf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kdkjh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vaeynkj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gksexkMZ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VªkfQd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okWMZu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kauk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fu;fer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QqM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iWdsV</a:t>
            </a:r>
            <a:r>
              <a:rPr lang="en-IN" sz="2000" b="1" dirty="0">
                <a:latin typeface="Kruti Dev 055" pitchFamily="2" charset="0"/>
                <a:cs typeface="Times New Roman"/>
              </a:rPr>
              <a:t>]</a:t>
            </a:r>
          </a:p>
          <a:p>
            <a:pPr algn="just"/>
            <a:r>
              <a:rPr lang="en-IN" sz="2000" b="1" dirty="0">
                <a:latin typeface="Kruti Dev 055" pitchFamily="2" charset="0"/>
                <a:cs typeface="Times New Roman"/>
              </a:rPr>
              <a:t>  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fi.;kps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ik.kh]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rlsp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cankscLrkps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fBdk.kh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racq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jkgqVh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ohtsph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;s.kkj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x.ks’kksRlo</a:t>
            </a:r>
            <a:r>
              <a:rPr lang="en-IN" sz="2000" b="1" dirty="0">
                <a:latin typeface="Kruti Dev 055" pitchFamily="2" charset="0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bZn&amp;,&amp;feykn</a:t>
            </a:r>
            <a:r>
              <a:rPr lang="en-IN" sz="2000" b="1" dirty="0">
                <a:latin typeface="Kruti Dev 055" pitchFamily="2" charset="0"/>
                <a:cs typeface="Times New Roman"/>
              </a:rPr>
              <a:t> 2024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cankscLrkdfjrk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ckgs:u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s.kkjs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vf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kdkjh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vaeynkj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]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gksexkMZ</a:t>
            </a:r>
            <a:r>
              <a:rPr lang="en-IN" sz="2000" b="1" dirty="0">
                <a:latin typeface="Kruti Dev 055" pitchFamily="2" charset="0"/>
                <a:cs typeface="Times New Roman"/>
              </a:rPr>
              <a:t>];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kaph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jkg.;kph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O;oLFkk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LVs’ku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fugk</a:t>
            </a:r>
            <a:r>
              <a:rPr lang="en-IN" sz="2000" b="1" dirty="0">
                <a:latin typeface="Kruti Dev 055" pitchFamily="2" charset="0"/>
                <a:cs typeface="Times New Roman"/>
              </a:rPr>
              <a:t>;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;s.kkj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cankscLrkps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vf</a:t>
            </a:r>
            <a:r>
              <a:rPr lang="en-IN" sz="2000" b="1" dirty="0">
                <a:latin typeface="Kruti Dev 055" pitchFamily="2" charset="0"/>
                <a:cs typeface="Times New Roman"/>
              </a:rPr>
              <a:t>/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kdkjh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o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vaeynkj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kaps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osGsr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fjyhQ</a:t>
            </a:r>
            <a:r>
              <a:rPr lang="en-IN" sz="2000" b="1" dirty="0">
                <a:latin typeface="Kruti Dev 055" pitchFamily="2" charset="0"/>
                <a:cs typeface="Times New Roman"/>
              </a:rPr>
              <a:t> ph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dk;Zokgh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dj.;kr</a:t>
            </a:r>
            <a:r>
              <a:rPr lang="en-IN" sz="2000" b="1" dirty="0">
                <a:latin typeface="Kruti Dev 055" pitchFamily="2" charset="0"/>
                <a:cs typeface="Times New Roman"/>
              </a:rPr>
              <a:t> ;s.kkj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vkgs</a:t>
            </a:r>
            <a:r>
              <a:rPr lang="en-IN" sz="2000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fujh</a:t>
            </a:r>
            <a:r>
              <a:rPr lang="en-IN" sz="2000" b="1" dirty="0">
                <a:latin typeface="Kruti Dev 055" pitchFamily="2" charset="0"/>
                <a:cs typeface="Times New Roman"/>
              </a:rPr>
              <a:t>{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kd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dY;k.k</a:t>
            </a:r>
            <a:r>
              <a:rPr lang="en-IN" sz="2000" b="1" dirty="0">
                <a:latin typeface="Kruti Dev 055" pitchFamily="2" charset="0"/>
                <a:cs typeface="Times New Roman"/>
              </a:rPr>
              <a:t> 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gs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ojhy</a:t>
            </a:r>
            <a:r>
              <a:rPr lang="en-IN" sz="2000" b="1" dirty="0">
                <a:latin typeface="Kruti Dev 055" pitchFamily="2" charset="0"/>
                <a:cs typeface="Times New Roman"/>
              </a:rPr>
              <a:t>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lanHkkZus</a:t>
            </a:r>
            <a:r>
              <a:rPr lang="en-IN" sz="2000" b="1" dirty="0">
                <a:latin typeface="Kruti Dev 055" pitchFamily="2" charset="0"/>
                <a:cs typeface="Times New Roman"/>
              </a:rPr>
              <a:t> ns[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kjs</a:t>
            </a:r>
            <a:r>
              <a:rPr lang="en-IN" sz="2000" b="1" dirty="0">
                <a:latin typeface="Kruti Dev 055" pitchFamily="2" charset="0"/>
                <a:cs typeface="Times New Roman"/>
              </a:rPr>
              <a:t>[k </a:t>
            </a:r>
            <a:r>
              <a:rPr lang="en-IN" sz="2000" b="1" dirty="0" err="1">
                <a:latin typeface="Kruti Dev 055" pitchFamily="2" charset="0"/>
                <a:cs typeface="Times New Roman"/>
              </a:rPr>
              <a:t>djrhy</a:t>
            </a:r>
            <a:r>
              <a:rPr lang="en-IN" sz="2000" b="1" dirty="0">
                <a:latin typeface="Kruti Dev 055" pitchFamily="2" charset="0"/>
                <a:cs typeface="Times New Roman"/>
              </a:rPr>
              <a:t>-</a:t>
            </a:r>
          </a:p>
          <a:p>
            <a:pPr algn="just">
              <a:buFont typeface="Wingdings" pitchFamily="2" charset="2"/>
              <a:buChar char="Ø"/>
            </a:pPr>
            <a:endParaRPr lang="en-IN" sz="1600" b="1" dirty="0">
              <a:latin typeface="Kruti Dev 055" pitchFamily="2" charset="0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429000"/>
            <a:ext cx="73914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19-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x.ks’kksRlo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o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bZn&amp;,&amp;feykn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lktjs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gks.;kph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  <a:r>
              <a:rPr lang="en-IN" sz="3200" b="1" dirty="0" err="1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fBdk.ks</a:t>
            </a:r>
            <a:r>
              <a:rPr lang="en-IN" sz="3200" b="1" dirty="0">
                <a:solidFill>
                  <a:srgbClr val="FF0000"/>
                </a:solidFill>
                <a:latin typeface="Kruti Dev 055" pitchFamily="2" charset="0"/>
                <a:cs typeface="Times New Roman"/>
              </a:rPr>
              <a:t> </a:t>
            </a:r>
          </a:p>
          <a:p>
            <a:pPr algn="ctr"/>
            <a:r>
              <a:rPr lang="en-IN" b="1" dirty="0">
                <a:latin typeface="Kruti Dev 055" pitchFamily="2" charset="0"/>
                <a:cs typeface="Times New Roman"/>
              </a:rPr>
              <a:t>  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dirty="0">
                <a:latin typeface="Kruti Dev 055" pitchFamily="2" charset="0"/>
                <a:cs typeface="Times New Roman"/>
              </a:rPr>
              <a:t>  </a:t>
            </a:r>
            <a:r>
              <a:rPr lang="en-IN" b="1" dirty="0" err="1">
                <a:latin typeface="Kruti Dev 055" pitchFamily="2" charset="0"/>
                <a:cs typeface="Times New Roman"/>
              </a:rPr>
              <a:t>ukf’kd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vk;qDrky</a:t>
            </a:r>
            <a:r>
              <a:rPr lang="en-IN" b="1" dirty="0">
                <a:latin typeface="Kruti Dev 055" pitchFamily="2" charset="0"/>
                <a:cs typeface="Times New Roman"/>
              </a:rPr>
              <a:t>; </a:t>
            </a:r>
            <a:r>
              <a:rPr lang="en-IN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x.ks’kksRlo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eksB;k</a:t>
            </a:r>
            <a:r>
              <a:rPr lang="en-IN" b="1" dirty="0">
                <a:latin typeface="Kruti Dev 055" pitchFamily="2" charset="0"/>
                <a:cs typeface="Times New Roman"/>
              </a:rPr>
              <a:t> izek.kkr </a:t>
            </a:r>
            <a:r>
              <a:rPr lang="en-IN" b="1" dirty="0" err="1">
                <a:latin typeface="Kruti Dev 055" pitchFamily="2" charset="0"/>
                <a:cs typeface="Times New Roman"/>
              </a:rPr>
              <a:t>Hknzdkyh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ljdkjokMk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iapoVh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ukf’kdjksM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LVs’ku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lktjk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djrkr</a:t>
            </a:r>
            <a:r>
              <a:rPr lang="en-IN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dirty="0" err="1">
                <a:latin typeface="Kruti Dev 055" pitchFamily="2" charset="0"/>
                <a:cs typeface="Times New Roman"/>
              </a:rPr>
              <a:t>ukf’kd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vk;qDrky</a:t>
            </a:r>
            <a:r>
              <a:rPr lang="en-IN" b="1" dirty="0">
                <a:latin typeface="Kruti Dev 055" pitchFamily="2" charset="0"/>
                <a:cs typeface="Times New Roman"/>
              </a:rPr>
              <a:t>; </a:t>
            </a:r>
            <a:r>
              <a:rPr lang="en-IN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bZn&amp;,&amp;feykn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eksB;k</a:t>
            </a:r>
            <a:r>
              <a:rPr lang="en-IN" b="1" dirty="0">
                <a:latin typeface="Kruti Dev 055" pitchFamily="2" charset="0"/>
                <a:cs typeface="Times New Roman"/>
              </a:rPr>
              <a:t> izek.kkr </a:t>
            </a:r>
            <a:r>
              <a:rPr lang="en-IN" b="1" dirty="0" err="1">
                <a:latin typeface="Kruti Dev 055" pitchFamily="2" charset="0"/>
                <a:cs typeface="Times New Roman"/>
              </a:rPr>
              <a:t>Hknzdkyh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ukf’kdjksM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LVs’ku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gn~nhr</a:t>
            </a:r>
            <a:r>
              <a:rPr lang="en-IN" b="1" dirty="0">
                <a:latin typeface="Kruti Dev 055" pitchFamily="2" charset="0"/>
                <a:cs typeface="Times New Roman"/>
              </a:rPr>
              <a:t>   </a:t>
            </a:r>
            <a:r>
              <a:rPr lang="en-IN" b="1" dirty="0" err="1">
                <a:latin typeface="Kruti Dev 055" pitchFamily="2" charset="0"/>
                <a:cs typeface="Times New Roman"/>
              </a:rPr>
              <a:t>lktjk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djrkr</a:t>
            </a:r>
            <a:r>
              <a:rPr lang="en-IN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>
              <a:buFont typeface="Wingdings" pitchFamily="2" charset="2"/>
              <a:buChar char="Ø"/>
            </a:pP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R;kvuq”kaxkus</a:t>
            </a:r>
            <a:r>
              <a:rPr lang="en-IN" b="1" dirty="0">
                <a:latin typeface="Kruti Dev 055" pitchFamily="2" charset="0"/>
                <a:cs typeface="Times New Roman"/>
              </a:rPr>
              <a:t> v o c </a:t>
            </a:r>
            <a:r>
              <a:rPr lang="en-IN" b="1" dirty="0" err="1">
                <a:latin typeface="Kruti Dev 055" pitchFamily="2" charset="0"/>
                <a:cs typeface="Times New Roman"/>
              </a:rPr>
              <a:t>ikWabZV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fQDl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ikWabZV</a:t>
            </a:r>
            <a:r>
              <a:rPr lang="en-IN" b="1" dirty="0">
                <a:latin typeface="Kruti Dev 055" pitchFamily="2" charset="0"/>
                <a:cs typeface="Times New Roman"/>
              </a:rPr>
              <a:t>] ?</a:t>
            </a:r>
            <a:r>
              <a:rPr lang="en-IN" b="1" dirty="0" err="1">
                <a:latin typeface="Kruti Dev 055" pitchFamily="2" charset="0"/>
                <a:cs typeface="Times New Roman"/>
              </a:rPr>
              <a:t>kkrikr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fojks</a:t>
            </a:r>
            <a:r>
              <a:rPr lang="en-IN" b="1" dirty="0">
                <a:latin typeface="Kruti Dev 055" pitchFamily="2" charset="0"/>
                <a:cs typeface="Times New Roman"/>
              </a:rPr>
              <a:t>/</a:t>
            </a:r>
            <a:r>
              <a:rPr lang="en-IN" b="1" dirty="0" err="1">
                <a:latin typeface="Kruti Dev 055" pitchFamily="2" charset="0"/>
                <a:cs typeface="Times New Roman"/>
              </a:rPr>
              <a:t>kh</a:t>
            </a:r>
            <a:r>
              <a:rPr lang="en-IN" b="1" dirty="0">
                <a:latin typeface="Kruti Dev 055" pitchFamily="2" charset="0"/>
                <a:cs typeface="Times New Roman"/>
              </a:rPr>
              <a:t> rikl.kh] </a:t>
            </a:r>
            <a:r>
              <a:rPr lang="en-IN" b="1" dirty="0" err="1">
                <a:latin typeface="Kruti Dev 055" pitchFamily="2" charset="0"/>
                <a:cs typeface="Times New Roman"/>
              </a:rPr>
              <a:t>xqMekWfuZx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LdkWM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eksckbZy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isVªksfyax</a:t>
            </a:r>
            <a:r>
              <a:rPr lang="en-IN" b="1" dirty="0">
                <a:latin typeface="Kruti Dev 055" pitchFamily="2" charset="0"/>
                <a:cs typeface="Times New Roman"/>
              </a:rPr>
              <a:t>] </a:t>
            </a:r>
            <a:r>
              <a:rPr lang="en-IN" b="1" dirty="0" err="1">
                <a:latin typeface="Kruti Dev 055" pitchFamily="2" charset="0"/>
                <a:cs typeface="Times New Roman"/>
              </a:rPr>
              <a:t>eaMGkaph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O;fDrxr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lqj</a:t>
            </a:r>
            <a:r>
              <a:rPr lang="en-IN" b="1" dirty="0">
                <a:latin typeface="Kruti Dev 055" pitchFamily="2" charset="0"/>
                <a:cs typeface="Times New Roman"/>
              </a:rPr>
              <a:t>{</a:t>
            </a:r>
            <a:r>
              <a:rPr lang="en-IN" b="1" dirty="0" err="1">
                <a:latin typeface="Kruti Dev 055" pitchFamily="2" charset="0"/>
                <a:cs typeface="Times New Roman"/>
              </a:rPr>
              <a:t>kk</a:t>
            </a:r>
            <a:r>
              <a:rPr lang="en-IN" b="1" dirty="0">
                <a:latin typeface="Kruti Dev 055" pitchFamily="2" charset="0"/>
                <a:cs typeface="Times New Roman"/>
              </a:rPr>
              <a:t> j{</a:t>
            </a:r>
            <a:r>
              <a:rPr lang="en-IN" b="1" dirty="0" err="1">
                <a:latin typeface="Kruti Dev 055" pitchFamily="2" charset="0"/>
                <a:cs typeface="Times New Roman"/>
              </a:rPr>
              <a:t>kd</a:t>
            </a:r>
            <a:r>
              <a:rPr lang="en-IN" b="1" dirty="0">
                <a:latin typeface="Kruti Dev 055" pitchFamily="2" charset="0"/>
                <a:cs typeface="Times New Roman"/>
              </a:rPr>
              <a:t>  </a:t>
            </a:r>
            <a:r>
              <a:rPr lang="en-IN" b="1" dirty="0" err="1">
                <a:latin typeface="Kruti Dev 055" pitchFamily="2" charset="0"/>
                <a:cs typeface="Times New Roman"/>
              </a:rPr>
              <a:t>rlsp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ekSY;oku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eaMGkauk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l’kL</a:t>
            </a:r>
            <a:r>
              <a:rPr lang="en-IN" b="1" dirty="0">
                <a:latin typeface="Kruti Dev 055" pitchFamily="2" charset="0"/>
                <a:cs typeface="Times New Roman"/>
              </a:rPr>
              <a:t>= </a:t>
            </a:r>
            <a:r>
              <a:rPr lang="en-IN" b="1" dirty="0" err="1">
                <a:latin typeface="Kruti Dev 055" pitchFamily="2" charset="0"/>
                <a:cs typeface="Times New Roman"/>
              </a:rPr>
              <a:t>iksyhl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vaeynkj</a:t>
            </a:r>
            <a:r>
              <a:rPr lang="en-IN" b="1" dirty="0">
                <a:latin typeface="Kruti Dev 055" pitchFamily="2" charset="0"/>
                <a:cs typeface="Times New Roman"/>
              </a:rPr>
              <a:t> ;</a:t>
            </a:r>
            <a:r>
              <a:rPr lang="en-IN" b="1" dirty="0" err="1">
                <a:latin typeface="Kruti Dev 055" pitchFamily="2" charset="0"/>
                <a:cs typeface="Times New Roman"/>
              </a:rPr>
              <a:t>kaph</a:t>
            </a:r>
            <a:r>
              <a:rPr lang="en-IN" b="1" dirty="0">
                <a:latin typeface="Kruti Dev 055" pitchFamily="2" charset="0"/>
                <a:cs typeface="Times New Roman"/>
              </a:rPr>
              <a:t> use.kqd </a:t>
            </a:r>
            <a:r>
              <a:rPr lang="en-IN" b="1" dirty="0" err="1">
                <a:latin typeface="Kruti Dev 055" pitchFamily="2" charset="0"/>
                <a:cs typeface="Times New Roman"/>
              </a:rPr>
              <a:t>dsyh</a:t>
            </a:r>
            <a:r>
              <a:rPr lang="en-IN" b="1" dirty="0">
                <a:latin typeface="Kruti Dev 055" pitchFamily="2" charset="0"/>
                <a:cs typeface="Times New Roman"/>
              </a:rPr>
              <a:t> </a:t>
            </a:r>
            <a:r>
              <a:rPr lang="en-IN" b="1" dirty="0" err="1">
                <a:latin typeface="Kruti Dev 055" pitchFamily="2" charset="0"/>
                <a:cs typeface="Times New Roman"/>
              </a:rPr>
              <a:t>tkrs</a:t>
            </a:r>
            <a:r>
              <a:rPr lang="en-IN" b="1" dirty="0">
                <a:latin typeface="Kruti Dev 055" pitchFamily="2" charset="0"/>
                <a:cs typeface="Times New Roman"/>
              </a:rPr>
              <a:t>- </a:t>
            </a:r>
          </a:p>
          <a:p>
            <a:pPr algn="just"/>
            <a:endParaRPr lang="en-IN" b="1" dirty="0">
              <a:latin typeface="Kruti Dev 055" pitchFamily="2" charset="0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62000" y="6547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8858" y="41145"/>
            <a:ext cx="8001000" cy="706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Kruti Dev 055" pitchFamily="2" charset="0"/>
              </a:rPr>
              <a:t> </a:t>
            </a:r>
            <a:r>
              <a:rPr lang="en-IN" sz="3600" b="1" dirty="0">
                <a:solidFill>
                  <a:srgbClr val="FF0000"/>
                </a:solidFill>
                <a:latin typeface="Kruti Dev 055" pitchFamily="2" charset="0"/>
                <a:ea typeface="Times New Roman"/>
                <a:cs typeface="Times New Roman"/>
              </a:rPr>
              <a:t>20- 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‘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kkarrslkBh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djko;kP;k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mik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;;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kstuk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</a:p>
          <a:p>
            <a:pPr algn="ctr"/>
            <a:endParaRPr lang="en-US" sz="900" b="1" dirty="0">
              <a:latin typeface="Kruti Dev 055" pitchFamily="2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x.kirh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eaMGkaP;k</a:t>
            </a:r>
            <a:r>
              <a:rPr lang="en-US" sz="2000" b="1" dirty="0">
                <a:latin typeface="Kruti Dev 055" pitchFamily="2" charset="0"/>
              </a:rPr>
              <a:t> inkf/</a:t>
            </a:r>
            <a:r>
              <a:rPr lang="en-US" sz="2000" b="1" dirty="0" err="1">
                <a:latin typeface="Kruti Dev 055" pitchFamily="2" charset="0"/>
              </a:rPr>
              <a:t>kdkÚ;kaP;k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feVhax</a:t>
            </a:r>
            <a:r>
              <a:rPr lang="en-US" sz="2000" b="1" dirty="0">
                <a:latin typeface="Kruti Dev 055" pitchFamily="2" charset="0"/>
              </a:rPr>
              <a:t> ?</a:t>
            </a:r>
            <a:r>
              <a:rPr lang="en-US" sz="2000" b="1" dirty="0" err="1">
                <a:latin typeface="Kruti Dev 055" pitchFamily="2" charset="0"/>
              </a:rPr>
              <a:t>ksoqu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R;kauk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vko’;d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lqpuk@ekfgrh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ns.ks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Wingdings" pitchFamily="2" charset="2"/>
              <a:buChar char="§"/>
            </a:pPr>
            <a:r>
              <a:rPr lang="en-US" sz="2000" b="1" dirty="0" err="1">
                <a:latin typeface="Kruti Dev 055" pitchFamily="2" charset="0"/>
              </a:rPr>
              <a:t>xqUgsxkjh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jsdkWMZ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vlysY;k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xaqMkaoj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izfrca</a:t>
            </a:r>
            <a:r>
              <a:rPr lang="en-US" sz="2000" b="1" dirty="0">
                <a:latin typeface="Kruti Dev 055" pitchFamily="2" charset="0"/>
              </a:rPr>
              <a:t>/</a:t>
            </a:r>
            <a:r>
              <a:rPr lang="en-US" sz="2000" b="1" dirty="0" err="1">
                <a:latin typeface="Kruti Dev 055" pitchFamily="2" charset="0"/>
              </a:rPr>
              <a:t>kkRed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dk;ZOkkgh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dj.ks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Qjkjh@ikghts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vlysys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xqaM@xqUgsxkj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rMhikj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kapk</a:t>
            </a:r>
            <a:r>
              <a:rPr lang="en-US" sz="2000" b="1" dirty="0">
                <a:latin typeface="Kruti Dev 055" pitchFamily="2" charset="0"/>
              </a:rPr>
              <a:t> ‘</a:t>
            </a:r>
            <a:r>
              <a:rPr lang="en-US" sz="2000" b="1" dirty="0" err="1">
                <a:latin typeface="Kruti Dev 055" pitchFamily="2" charset="0"/>
              </a:rPr>
              <a:t>kks</a:t>
            </a:r>
            <a:r>
              <a:rPr lang="en-US" sz="2000" b="1" dirty="0">
                <a:latin typeface="Kruti Dev 055" pitchFamily="2" charset="0"/>
              </a:rPr>
              <a:t>/k ?</a:t>
            </a:r>
            <a:r>
              <a:rPr lang="en-US" sz="2000" b="1" dirty="0" err="1">
                <a:latin typeface="Kruti Dev 055" pitchFamily="2" charset="0"/>
              </a:rPr>
              <a:t>skoqu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dk;Zokgh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dj.ks</a:t>
            </a:r>
            <a:r>
              <a:rPr lang="en-US" sz="2000" b="1" dirty="0">
                <a:latin typeface="Kruti Dev 055" pitchFamily="2" charset="0"/>
              </a:rPr>
              <a:t>	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egkuxjikyhdsdMqu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vko’;d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mik</a:t>
            </a:r>
            <a:r>
              <a:rPr lang="en-US" sz="2000" b="1" dirty="0">
                <a:latin typeface="Kruti Dev 055" pitchFamily="2" charset="0"/>
              </a:rPr>
              <a:t>; ;</a:t>
            </a:r>
            <a:r>
              <a:rPr lang="en-US" sz="2000" b="1" dirty="0" err="1">
                <a:latin typeface="Kruti Dev 055" pitchFamily="2" charset="0"/>
              </a:rPr>
              <a:t>kstuk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mnk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jLrk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nq:Lrh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jks”k.kkbZ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ik.kcqMs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iFkd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use.ks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oxSjs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dk;Zokgh</a:t>
            </a:r>
            <a:r>
              <a:rPr lang="en-US" sz="2000" b="1" dirty="0">
                <a:latin typeface="Kruti Dev 055" pitchFamily="2" charset="0"/>
              </a:rPr>
              <a:t> d:u ?</a:t>
            </a:r>
            <a:r>
              <a:rPr lang="en-US" sz="2000" b="1" dirty="0" err="1">
                <a:latin typeface="Kruti Dev 055" pitchFamily="2" charset="0"/>
              </a:rPr>
              <a:t>ks.ks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brj</a:t>
            </a:r>
            <a:r>
              <a:rPr lang="en-US" sz="2000" b="1" dirty="0">
                <a:latin typeface="Kruti Dev 055" pitchFamily="2" charset="0"/>
              </a:rPr>
              <a:t> [</a:t>
            </a:r>
            <a:r>
              <a:rPr lang="en-US" sz="2000" b="1" dirty="0" err="1">
                <a:latin typeface="Kruti Dev 055" pitchFamily="2" charset="0"/>
              </a:rPr>
              <a:t>kkrs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mnk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fot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forj.k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daiuh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VsyhQksu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vkjksX</a:t>
            </a:r>
            <a:r>
              <a:rPr lang="en-US" sz="2000" b="1" dirty="0">
                <a:latin typeface="Kruti Dev 055" pitchFamily="2" charset="0"/>
              </a:rPr>
              <a:t>; </a:t>
            </a:r>
            <a:r>
              <a:rPr lang="en-US" sz="2000" b="1" dirty="0" err="1">
                <a:latin typeface="Kruti Dev 055" pitchFamily="2" charset="0"/>
              </a:rPr>
              <a:t>foHkkx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vXuh’keu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ny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gksexkMZ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Lo;alsoh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la?kVuk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bR;knhaph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enr</a:t>
            </a:r>
            <a:r>
              <a:rPr lang="en-US" sz="2000" b="1" dirty="0">
                <a:latin typeface="Kruti Dev 055" pitchFamily="2" charset="0"/>
              </a:rPr>
              <a:t> ?</a:t>
            </a:r>
            <a:r>
              <a:rPr lang="en-US" sz="2000" b="1" dirty="0" err="1">
                <a:latin typeface="Kruti Dev 055" pitchFamily="2" charset="0"/>
              </a:rPr>
              <a:t>ks.ks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ukf’kd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iksyhl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vk;qDrky</a:t>
            </a:r>
            <a:r>
              <a:rPr lang="en-US" sz="2000" b="1" dirty="0">
                <a:latin typeface="Kruti Dev 055" pitchFamily="2" charset="0"/>
              </a:rPr>
              <a:t>;] </a:t>
            </a:r>
            <a:r>
              <a:rPr lang="en-US" sz="2000" b="1" dirty="0" err="1">
                <a:latin typeface="Kruti Dev 055" pitchFamily="2" charset="0"/>
              </a:rPr>
              <a:t>gn~nhr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fuHkZ;k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iFkd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nkfeuh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iFkd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kaph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isVªksfyax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use.;kr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vkyh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vkgs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xqUgs</a:t>
            </a:r>
            <a:r>
              <a:rPr lang="en-US" sz="2000" b="1" dirty="0">
                <a:latin typeface="Kruti Dev 055" pitchFamily="2" charset="0"/>
              </a:rPr>
              <a:t> ‘</a:t>
            </a:r>
            <a:r>
              <a:rPr lang="en-US" sz="2000" b="1" dirty="0" err="1">
                <a:latin typeface="Kruti Dev 055" pitchFamily="2" charset="0"/>
              </a:rPr>
              <a:t>kk</a:t>
            </a:r>
            <a:r>
              <a:rPr lang="en-US" sz="2000" b="1" dirty="0">
                <a:latin typeface="Kruti Dev 055" pitchFamily="2" charset="0"/>
              </a:rPr>
              <a:t>[</a:t>
            </a:r>
            <a:r>
              <a:rPr lang="en-US" sz="2000" b="1" dirty="0" err="1">
                <a:latin typeface="Kruti Dev 055" pitchFamily="2" charset="0"/>
              </a:rPr>
              <a:t>ks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dMhy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iFkdk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ekQZr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gn~nhr</a:t>
            </a:r>
            <a:r>
              <a:rPr lang="en-US" sz="2000" b="1" dirty="0">
                <a:latin typeface="Kruti Dev 055" pitchFamily="2" charset="0"/>
              </a:rPr>
              <a:t> fid </a:t>
            </a:r>
            <a:r>
              <a:rPr lang="en-US" sz="2000" b="1" dirty="0" err="1">
                <a:latin typeface="Kruti Dev 055" pitchFamily="2" charset="0"/>
              </a:rPr>
              <a:t>ikWdhV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pSu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LuWfpax</a:t>
            </a:r>
            <a:r>
              <a:rPr lang="en-US" sz="2000" b="1" dirty="0">
                <a:latin typeface="Kruti Dev 055" pitchFamily="2" charset="0"/>
              </a:rPr>
              <a:t> gks.kkj </a:t>
            </a:r>
            <a:r>
              <a:rPr lang="en-US" sz="2000" b="1" dirty="0" err="1">
                <a:latin typeface="Kruti Dev 055" pitchFamily="2" charset="0"/>
              </a:rPr>
              <a:t>ukgh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kdjhrk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isVªksfyax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use.;kr</a:t>
            </a:r>
            <a:r>
              <a:rPr lang="en-US" sz="2000" b="1" dirty="0">
                <a:latin typeface="Kruti Dev 055" pitchFamily="2" charset="0"/>
              </a:rPr>
              <a:t> ;s.kkj  </a:t>
            </a:r>
            <a:r>
              <a:rPr lang="en-US" sz="2000" b="1" dirty="0" err="1">
                <a:latin typeface="Kruti Dev 055" pitchFamily="2" charset="0"/>
              </a:rPr>
              <a:t>vkgs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fejo.kqdk</a:t>
            </a:r>
            <a:r>
              <a:rPr lang="en-US" sz="2000" b="1" dirty="0">
                <a:latin typeface="Kruti Dev 055" pitchFamily="2" charset="0"/>
              </a:rPr>
              <a:t> jaasxkG.kkj </a:t>
            </a:r>
            <a:r>
              <a:rPr lang="en-US" sz="2000" b="1" dirty="0" err="1">
                <a:latin typeface="Kruti Dev 055" pitchFamily="2" charset="0"/>
              </a:rPr>
              <a:t>ukgh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nksu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eaMGkae</a:t>
            </a:r>
            <a:r>
              <a:rPr lang="en-US" sz="2000" b="1" dirty="0">
                <a:latin typeface="Kruti Dev 055" pitchFamily="2" charset="0"/>
              </a:rPr>
              <a:t>/;s </a:t>
            </a:r>
            <a:r>
              <a:rPr lang="en-US" sz="2000" b="1" dirty="0" err="1">
                <a:latin typeface="Kruti Dev 055" pitchFamily="2" charset="0"/>
              </a:rPr>
              <a:t>varj</a:t>
            </a:r>
            <a:r>
              <a:rPr lang="en-US" sz="2000" b="1" dirty="0">
                <a:latin typeface="Kruti Dev 055" pitchFamily="2" charset="0"/>
              </a:rPr>
              <a:t> iM.kkj </a:t>
            </a:r>
            <a:r>
              <a:rPr lang="en-US" sz="2000" b="1" dirty="0" err="1">
                <a:latin typeface="Kruti Dev 055" pitchFamily="2" charset="0"/>
              </a:rPr>
              <a:t>ukgh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kckcr</a:t>
            </a:r>
            <a:r>
              <a:rPr lang="en-US" sz="2000" b="1" dirty="0">
                <a:latin typeface="Kruti Dev 055" pitchFamily="2" charset="0"/>
              </a:rPr>
              <a:t> n{</a:t>
            </a:r>
            <a:r>
              <a:rPr lang="en-US" sz="2000" b="1" dirty="0" err="1">
                <a:latin typeface="Kruti Dev 055" pitchFamily="2" charset="0"/>
              </a:rPr>
              <a:t>krk</a:t>
            </a:r>
            <a:r>
              <a:rPr lang="en-US" sz="2000" b="1" dirty="0">
                <a:latin typeface="Kruti Dev 055" pitchFamily="2" charset="0"/>
              </a:rPr>
              <a:t> ?</a:t>
            </a:r>
            <a:r>
              <a:rPr lang="en-US" sz="2000" b="1" dirty="0" err="1">
                <a:latin typeface="Kruti Dev 055" pitchFamily="2" charset="0"/>
              </a:rPr>
              <a:t>ks.;kdjhrk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eaMGkauk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lqpuk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ns.;kr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vkY;k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vkgsr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>
                <a:latin typeface="Kruti Dev 055" pitchFamily="2" charset="0"/>
              </a:rPr>
              <a:t>fejo.kqd </a:t>
            </a:r>
            <a:r>
              <a:rPr lang="en-US" sz="2000" b="1" dirty="0" err="1">
                <a:latin typeface="Kruti Dev 055" pitchFamily="2" charset="0"/>
              </a:rPr>
              <a:t>ekxkZoj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egRokP;k</a:t>
            </a:r>
            <a:r>
              <a:rPr lang="en-US" sz="2000" b="1" dirty="0">
                <a:latin typeface="Kruti Dev 055" pitchFamily="2" charset="0"/>
              </a:rPr>
              <a:t> fBdk.kh </a:t>
            </a:r>
            <a:r>
              <a:rPr lang="en-US" sz="2000" b="1" dirty="0" err="1">
                <a:latin typeface="Kruti Dev 055" pitchFamily="2" charset="0"/>
              </a:rPr>
              <a:t>ykdMh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cWjhdsVhax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dj.ks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ckcr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euik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kauk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dGfo.;kr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vkys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vkgs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foltZu</a:t>
            </a:r>
            <a:r>
              <a:rPr lang="en-US" sz="2000" b="1" dirty="0">
                <a:latin typeface="Kruti Dev 055" pitchFamily="2" charset="0"/>
              </a:rPr>
              <a:t> fBdk.kh </a:t>
            </a:r>
            <a:r>
              <a:rPr lang="en-US" sz="2000" b="1" dirty="0" err="1">
                <a:latin typeface="Kruti Dev 055" pitchFamily="2" charset="0"/>
              </a:rPr>
              <a:t>iqjs’kk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fotsph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O;oLFkk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ftoj</a:t>
            </a:r>
            <a:r>
              <a:rPr lang="en-US" sz="2000" b="1" dirty="0">
                <a:latin typeface="Kruti Dev 055" pitchFamily="2" charset="0"/>
              </a:rPr>
              <a:t>{</a:t>
            </a:r>
            <a:r>
              <a:rPr lang="en-US" sz="2000" b="1" dirty="0" err="1">
                <a:latin typeface="Kruti Dev 055" pitchFamily="2" charset="0"/>
              </a:rPr>
              <a:t>kd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use.ksckcr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euik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dMs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</a:t>
            </a:r>
            <a:r>
              <a:rPr lang="en-US" sz="2000" b="1" dirty="0">
                <a:latin typeface="Kruti Dev 055" pitchFamily="2" charset="0"/>
              </a:rPr>
              <a:t>= </a:t>
            </a:r>
            <a:r>
              <a:rPr lang="en-US" sz="2000" b="1" dirty="0" err="1">
                <a:latin typeface="Kruti Dev 055" pitchFamily="2" charset="0"/>
              </a:rPr>
              <a:t>O;ogkj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dj.;kr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vkys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vkgs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ukf’kd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iksyhl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vk;qDrky</a:t>
            </a:r>
            <a:r>
              <a:rPr lang="en-US" sz="2000" b="1" dirty="0">
                <a:latin typeface="Kruti Dev 055" pitchFamily="2" charset="0"/>
              </a:rPr>
              <a:t>;] </a:t>
            </a:r>
            <a:r>
              <a:rPr lang="en-US" sz="2000" b="1" dirty="0" err="1">
                <a:latin typeface="Kruti Dev 055" pitchFamily="2" charset="0"/>
              </a:rPr>
              <a:t>gn~nhr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voS</a:t>
            </a:r>
            <a:r>
              <a:rPr lang="en-US" sz="2000" b="1" dirty="0">
                <a:latin typeface="Kruti Dev 055" pitchFamily="2" charset="0"/>
              </a:rPr>
              <a:t>/k /</a:t>
            </a:r>
            <a:r>
              <a:rPr lang="en-US" sz="2000" b="1" dirty="0" err="1">
                <a:latin typeface="Kruti Dev 055" pitchFamily="2" charset="0"/>
              </a:rPr>
              <a:t>kans</a:t>
            </a:r>
            <a:r>
              <a:rPr lang="en-US" sz="2000" b="1" dirty="0">
                <a:latin typeface="Kruti Dev 055" pitchFamily="2" charset="0"/>
              </a:rPr>
              <a:t> pky.kkj </a:t>
            </a:r>
            <a:r>
              <a:rPr lang="en-US" sz="2000" b="1" dirty="0" err="1">
                <a:latin typeface="Kruti Dev 055" pitchFamily="2" charset="0"/>
              </a:rPr>
              <a:t>ukgh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kph</a:t>
            </a:r>
            <a:r>
              <a:rPr lang="en-US" sz="2000" b="1" dirty="0">
                <a:latin typeface="Kruti Dev 055" pitchFamily="2" charset="0"/>
              </a:rPr>
              <a:t> n{</a:t>
            </a:r>
            <a:r>
              <a:rPr lang="en-US" sz="2000" b="1" dirty="0" err="1">
                <a:latin typeface="Kruti Dev 055" pitchFamily="2" charset="0"/>
              </a:rPr>
              <a:t>krk</a:t>
            </a:r>
            <a:r>
              <a:rPr lang="en-US" sz="2000" b="1" dirty="0">
                <a:latin typeface="Kruti Dev 055" pitchFamily="2" charset="0"/>
              </a:rPr>
              <a:t> ?;</a:t>
            </a:r>
            <a:r>
              <a:rPr lang="en-US" sz="2000" b="1" dirty="0" err="1">
                <a:latin typeface="Kruti Dev 055" pitchFamily="2" charset="0"/>
              </a:rPr>
              <a:t>koh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r>
              <a:rPr lang="en-US" sz="2400" dirty="0">
                <a:latin typeface="Kruti Dev 055" pitchFamily="2" charset="0"/>
              </a:rPr>
              <a:t> </a:t>
            </a:r>
          </a:p>
          <a:p>
            <a:pPr marL="342900" lvl="0" indent="-342900">
              <a:buFont typeface="Arial" pitchFamily="34" charset="0"/>
              <a:buChar char="•"/>
            </a:pPr>
            <a:endParaRPr lang="en-US" sz="2400" b="1" dirty="0">
              <a:latin typeface="Kruti Dev 055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416" y="0"/>
            <a:ext cx="84582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iksyhl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vf</a:t>
            </a:r>
            <a:r>
              <a:rPr lang="en-US" sz="2000" b="1" dirty="0">
                <a:latin typeface="Kruti Dev 055" pitchFamily="2" charset="0"/>
              </a:rPr>
              <a:t>/</a:t>
            </a:r>
            <a:r>
              <a:rPr lang="en-US" sz="2000" b="1" dirty="0" err="1">
                <a:latin typeface="Kruti Dev 055" pitchFamily="2" charset="0"/>
              </a:rPr>
              <a:t>kdkjh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vaeynkj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kaP;k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jtk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lkIrkfgd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lqVV;k</a:t>
            </a:r>
            <a:r>
              <a:rPr lang="en-US" sz="2000" b="1" dirty="0">
                <a:latin typeface="Kruti Dev 055" pitchFamily="2" charset="0"/>
              </a:rPr>
              <a:t>  </a:t>
            </a:r>
            <a:r>
              <a:rPr lang="en-US" sz="2000" b="1" dirty="0" err="1">
                <a:latin typeface="Kruti Dev 055" pitchFamily="2" charset="0"/>
              </a:rPr>
              <a:t>vko’;rk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vlY;kl</a:t>
            </a:r>
            <a:r>
              <a:rPr lang="en-US" sz="2000" b="1" dirty="0">
                <a:latin typeface="Kruti Dev 055" pitchFamily="2" charset="0"/>
              </a:rPr>
              <a:t> can d:u </a:t>
            </a:r>
            <a:r>
              <a:rPr lang="en-US" sz="2000" b="1" dirty="0" err="1">
                <a:latin typeface="Kruti Dev 055" pitchFamily="2" charset="0"/>
              </a:rPr>
              <a:t>tkLrhr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tkLr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euq</a:t>
            </a:r>
            <a:r>
              <a:rPr lang="en-US" sz="2000" b="1" dirty="0">
                <a:latin typeface="Kruti Dev 055" pitchFamily="2" charset="0"/>
              </a:rPr>
              <a:t>”;</a:t>
            </a:r>
            <a:r>
              <a:rPr lang="en-US" sz="2000" b="1" dirty="0" err="1">
                <a:latin typeface="Kruti Dev 055" pitchFamily="2" charset="0"/>
              </a:rPr>
              <a:t>cG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miyC</a:t>
            </a:r>
            <a:r>
              <a:rPr lang="en-US" sz="2000" b="1" dirty="0">
                <a:latin typeface="Kruti Dev 055" pitchFamily="2" charset="0"/>
              </a:rPr>
              <a:t>/k d:u ?</a:t>
            </a:r>
            <a:r>
              <a:rPr lang="en-US" sz="2000" b="1" dirty="0" err="1">
                <a:latin typeface="Kruti Dev 055" pitchFamily="2" charset="0"/>
              </a:rPr>
              <a:t>ks.ks</a:t>
            </a:r>
            <a:r>
              <a:rPr lang="en-US" sz="2000" b="1" dirty="0">
                <a:latin typeface="Kruti Dev 055" pitchFamily="2" charset="0"/>
              </a:rPr>
              <a:t>-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egROkkps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laosnu’khy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Hkkxkr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fQDl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ikWbZaV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isVªksyhax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use.ks</a:t>
            </a:r>
            <a:r>
              <a:rPr lang="en-US" sz="2000" b="1" dirty="0">
                <a:latin typeface="Kruti Dev 055" pitchFamily="2" charset="0"/>
              </a:rPr>
              <a:t>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egRokph</a:t>
            </a:r>
            <a:r>
              <a:rPr lang="en-US" sz="2000" b="1" dirty="0">
                <a:latin typeface="Kruti Dev 055" pitchFamily="2" charset="0"/>
              </a:rPr>
              <a:t> /</a:t>
            </a:r>
            <a:r>
              <a:rPr lang="en-US" sz="2000" b="1" dirty="0" err="1">
                <a:latin typeface="Kruti Dev 055" pitchFamily="2" charset="0"/>
              </a:rPr>
              <a:t>kkfeZd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LFkGs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iqrGs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bR;knh</a:t>
            </a:r>
            <a:r>
              <a:rPr lang="en-US" sz="2000" b="1" dirty="0">
                <a:latin typeface="Kruti Dev 055" pitchFamily="2" charset="0"/>
              </a:rPr>
              <a:t> fBdk.kh </a:t>
            </a:r>
            <a:r>
              <a:rPr lang="en-US" sz="2000" b="1" dirty="0" err="1">
                <a:latin typeface="Kruti Dev 055" pitchFamily="2" charset="0"/>
              </a:rPr>
              <a:t>cankscLr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use.ks</a:t>
            </a:r>
            <a:endParaRPr lang="en-US" sz="2000" b="1" dirty="0">
              <a:latin typeface="Kruti Dev 055" pitchFamily="2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jk</a:t>
            </a:r>
            <a:r>
              <a:rPr lang="en-US" sz="2000" b="1" dirty="0">
                <a:latin typeface="Kruti Dev 055" pitchFamily="2" charset="0"/>
              </a:rPr>
              <a:t>[</a:t>
            </a:r>
            <a:r>
              <a:rPr lang="en-US" sz="2000" b="1" dirty="0" err="1">
                <a:latin typeface="Kruti Dev 055" pitchFamily="2" charset="0"/>
              </a:rPr>
              <a:t>kho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QkslZ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dMqu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vko’;drsuqlkj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laosnu’khy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Hkkxkr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lapyu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dj.ks</a:t>
            </a:r>
            <a:r>
              <a:rPr lang="en-US" sz="2000" b="1" dirty="0">
                <a:latin typeface="Kruti Dev 055" pitchFamily="2" charset="0"/>
              </a:rPr>
              <a:t>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>
                <a:latin typeface="Kruti Dev 055" pitchFamily="2" charset="0"/>
              </a:rPr>
              <a:t>ek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iksyhl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egklapkyd</a:t>
            </a:r>
            <a:r>
              <a:rPr lang="en-US" sz="2000" b="1" dirty="0">
                <a:latin typeface="Kruti Dev 055" pitchFamily="2" charset="0"/>
              </a:rPr>
              <a:t>] e-</a:t>
            </a:r>
            <a:r>
              <a:rPr lang="en-US" sz="2000" b="1" dirty="0" err="1">
                <a:latin typeface="Kruti Dev 055" pitchFamily="2" charset="0"/>
              </a:rPr>
              <a:t>jk</a:t>
            </a:r>
            <a:r>
              <a:rPr lang="en-US" sz="2000" b="1" dirty="0">
                <a:latin typeface="Kruti Dev 055" pitchFamily="2" charset="0"/>
              </a:rPr>
              <a:t>-</a:t>
            </a:r>
            <a:r>
              <a:rPr lang="en-US" sz="2000" b="1" dirty="0" err="1">
                <a:latin typeface="Kruti Dev 055" pitchFamily="2" charset="0"/>
              </a:rPr>
              <a:t>eaqcbZ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ek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vk;qDRk</a:t>
            </a:r>
            <a:r>
              <a:rPr lang="en-US" sz="2000" b="1" dirty="0">
                <a:latin typeface="Kruti Dev 055" pitchFamily="2" charset="0"/>
              </a:rPr>
              <a:t>] </a:t>
            </a:r>
            <a:r>
              <a:rPr lang="en-US" sz="2000" b="1" dirty="0" err="1">
                <a:latin typeface="Kruti Dev 055" pitchFamily="2" charset="0"/>
              </a:rPr>
              <a:t>jkT</a:t>
            </a:r>
            <a:r>
              <a:rPr lang="en-US" sz="2000" b="1" dirty="0">
                <a:latin typeface="Kruti Dev 055" pitchFamily="2" charset="0"/>
              </a:rPr>
              <a:t>; </a:t>
            </a:r>
            <a:r>
              <a:rPr lang="en-US" sz="2000" b="1" dirty="0" err="1">
                <a:latin typeface="Kruti Dev 055" pitchFamily="2" charset="0"/>
              </a:rPr>
              <a:t>xqIrokrkZ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foHkkx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kaP;k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dMqu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vkysyh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ekfgrh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loZ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iks</a:t>
            </a:r>
            <a:r>
              <a:rPr lang="en-US" sz="2000" b="1" dirty="0">
                <a:latin typeface="Kruti Dev 055" pitchFamily="2" charset="0"/>
              </a:rPr>
              <a:t>-LVs-</a:t>
            </a:r>
            <a:r>
              <a:rPr lang="en-US" sz="2000" b="1" dirty="0" err="1">
                <a:latin typeface="Kruti Dev 055" pitchFamily="2" charset="0"/>
              </a:rPr>
              <a:t>yk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dGfo.ks</a:t>
            </a:r>
            <a:r>
              <a:rPr lang="en-US" sz="2000" b="1" dirty="0">
                <a:latin typeface="Kruti Dev 055" pitchFamily="2" charset="0"/>
              </a:rPr>
              <a:t> o </a:t>
            </a:r>
            <a:r>
              <a:rPr lang="en-US" sz="2000" b="1" dirty="0" err="1">
                <a:latin typeface="Kruti Dev 055" pitchFamily="2" charset="0"/>
              </a:rPr>
              <a:t>R;kaP;k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lqpukaps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ikyu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dj.ks</a:t>
            </a:r>
            <a:r>
              <a:rPr lang="en-US" sz="2000" b="1" dirty="0">
                <a:latin typeface="Kruti Dev 055" pitchFamily="2" charset="0"/>
              </a:rPr>
              <a:t>- </a:t>
            </a:r>
            <a:r>
              <a:rPr lang="en-US" sz="2000" b="1" dirty="0" err="1">
                <a:latin typeface="Kruti Dev 055" pitchFamily="2" charset="0"/>
              </a:rPr>
              <a:t>foltZu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ekxkZoj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Lokxr</a:t>
            </a:r>
            <a:r>
              <a:rPr lang="en-US" sz="2000" b="1" dirty="0">
                <a:latin typeface="Kruti Dev 055" pitchFamily="2" charset="0"/>
              </a:rPr>
              <a:t> d{k </a:t>
            </a:r>
            <a:r>
              <a:rPr lang="en-US" sz="2000" b="1" dirty="0" err="1">
                <a:latin typeface="Kruti Dev 055" pitchFamily="2" charset="0"/>
              </a:rPr>
              <a:t>mHkkj.kkÚ;k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la?kVuk@jktdh</a:t>
            </a:r>
            <a:r>
              <a:rPr lang="en-US" sz="2000" b="1" dirty="0">
                <a:latin typeface="Kruti Dev 055" pitchFamily="2" charset="0"/>
              </a:rPr>
              <a:t>; </a:t>
            </a:r>
            <a:r>
              <a:rPr lang="en-US" sz="2000" b="1" dirty="0" err="1">
                <a:latin typeface="Kruti Dev 055" pitchFamily="2" charset="0"/>
              </a:rPr>
              <a:t>i</a:t>
            </a:r>
            <a:r>
              <a:rPr lang="en-US" sz="2000" b="1" dirty="0">
                <a:latin typeface="Kruti Dev 055" pitchFamily="2" charset="0"/>
              </a:rPr>
              <a:t>{k ;</a:t>
            </a:r>
            <a:r>
              <a:rPr lang="en-US" sz="2000" b="1" dirty="0" err="1">
                <a:latin typeface="Kruti Dev 055" pitchFamily="2" charset="0"/>
              </a:rPr>
              <a:t>kaph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cSBd</a:t>
            </a:r>
            <a:r>
              <a:rPr lang="en-US" sz="2000" b="1" dirty="0">
                <a:latin typeface="Kruti Dev 055" pitchFamily="2" charset="0"/>
              </a:rPr>
              <a:t> ?</a:t>
            </a:r>
            <a:r>
              <a:rPr lang="en-US" sz="2000" b="1" dirty="0" err="1">
                <a:latin typeface="Kruti Dev 055" pitchFamily="2" charset="0"/>
              </a:rPr>
              <a:t>ksowu</a:t>
            </a:r>
            <a:r>
              <a:rPr lang="en-US" sz="2000" b="1" dirty="0">
                <a:latin typeface="Kruti Dev 055" pitchFamily="2" charset="0"/>
              </a:rPr>
              <a:t> ,</a:t>
            </a:r>
            <a:r>
              <a:rPr lang="en-US" sz="2000" b="1" dirty="0" err="1">
                <a:latin typeface="Kruti Dev 055" pitchFamily="2" charset="0"/>
              </a:rPr>
              <a:t>dp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Lokxr</a:t>
            </a:r>
            <a:r>
              <a:rPr lang="en-US" sz="2000" b="1" dirty="0">
                <a:latin typeface="Kruti Dev 055" pitchFamily="2" charset="0"/>
              </a:rPr>
              <a:t> d{k </a:t>
            </a:r>
            <a:r>
              <a:rPr lang="en-US" sz="2000" b="1" dirty="0" err="1">
                <a:latin typeface="Kruti Dev 055" pitchFamily="2" charset="0"/>
              </a:rPr>
              <a:t>mHkkj.;kr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kok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klkBh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lqpuk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ns.ks</a:t>
            </a:r>
            <a:r>
              <a:rPr lang="en-US" sz="2000" b="1" dirty="0">
                <a:latin typeface="Kruti Dev 055" pitchFamily="2" charset="0"/>
              </a:rPr>
              <a:t>-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x.ks’keqrhZps</a:t>
            </a:r>
            <a:r>
              <a:rPr lang="en-US" sz="2000" b="1" dirty="0">
                <a:latin typeface="Kruti Dev 055" pitchFamily="2" charset="0"/>
              </a:rPr>
              <a:t> j{</a:t>
            </a:r>
            <a:r>
              <a:rPr lang="en-US" sz="2000" b="1" dirty="0" err="1">
                <a:latin typeface="Kruti Dev 055" pitchFamily="2" charset="0"/>
              </a:rPr>
              <a:t>k.kklkBh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izR;sd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lkoZtfud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eaMGs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gs</a:t>
            </a:r>
            <a:r>
              <a:rPr lang="en-US" sz="2000" b="1" dirty="0">
                <a:latin typeface="Kruti Dev 055" pitchFamily="2" charset="0"/>
              </a:rPr>
              <a:t>  24 </a:t>
            </a:r>
            <a:r>
              <a:rPr lang="en-US" sz="2000" b="1" dirty="0" err="1">
                <a:latin typeface="Kruti Dev 055" pitchFamily="2" charset="0"/>
              </a:rPr>
              <a:t>rkl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Lo;alsod</a:t>
            </a:r>
            <a:r>
              <a:rPr lang="en-US" sz="2000" b="1" dirty="0">
                <a:latin typeface="Kruti Dev 055" pitchFamily="2" charset="0"/>
              </a:rPr>
              <a:t>  </a:t>
            </a:r>
            <a:r>
              <a:rPr lang="en-US" sz="2000" b="1" dirty="0" err="1">
                <a:latin typeface="Kruti Dev 055" pitchFamily="2" charset="0"/>
              </a:rPr>
              <a:t>userhy</a:t>
            </a:r>
            <a:r>
              <a:rPr lang="en-US" sz="2000" b="1" dirty="0">
                <a:latin typeface="Kruti Dev 055" pitchFamily="2" charset="0"/>
              </a:rPr>
              <a:t> ;</a:t>
            </a:r>
            <a:r>
              <a:rPr lang="en-US" sz="2000" b="1" dirty="0" err="1">
                <a:latin typeface="Kruti Dev 055" pitchFamily="2" charset="0"/>
              </a:rPr>
              <a:t>kckcr</a:t>
            </a:r>
            <a:endParaRPr lang="en-US" sz="2000" b="1" dirty="0">
              <a:latin typeface="Kruti Dev 055" pitchFamily="2" charset="0"/>
            </a:endParaRPr>
          </a:p>
          <a:p>
            <a:r>
              <a:rPr lang="en-US" sz="2000" b="1" dirty="0">
                <a:latin typeface="Kruti Dev 055" pitchFamily="2" charset="0"/>
              </a:rPr>
              <a:t>  </a:t>
            </a:r>
            <a:r>
              <a:rPr lang="en-US" sz="2000" b="1" dirty="0" err="1">
                <a:latin typeface="Kruti Dev 055" pitchFamily="2" charset="0"/>
              </a:rPr>
              <a:t>loZ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x.ks’k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eaMGkauk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lqpuk</a:t>
            </a:r>
            <a:r>
              <a:rPr lang="en-US" sz="2000" b="1" dirty="0">
                <a:latin typeface="Kruti Dev 055" pitchFamily="2" charset="0"/>
              </a:rPr>
              <a:t> </a:t>
            </a:r>
            <a:r>
              <a:rPr lang="en-US" sz="2000" b="1" dirty="0" err="1">
                <a:latin typeface="Kruti Dev 055" pitchFamily="2" charset="0"/>
              </a:rPr>
              <a:t>ns.ks</a:t>
            </a:r>
            <a:endParaRPr lang="en-US" sz="2000" b="1" dirty="0">
              <a:latin typeface="Kruti Dev 055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dks.krsgh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lkoZtfud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tcjnLrhus</a:t>
            </a:r>
            <a:r>
              <a:rPr lang="en-IN" sz="2000" b="1" dirty="0">
                <a:latin typeface="Kruti Dev 055" pitchFamily="2" charset="0"/>
              </a:rPr>
              <a:t> oxZ.kh </a:t>
            </a:r>
            <a:r>
              <a:rPr lang="en-IN" sz="2000" b="1" dirty="0" err="1">
                <a:latin typeface="Kruti Dev 055" pitchFamily="2" charset="0"/>
              </a:rPr>
              <a:t>xksGk</a:t>
            </a:r>
            <a:r>
              <a:rPr lang="en-IN" sz="2000" b="1" dirty="0">
                <a:latin typeface="Kruti Dev 055" pitchFamily="2" charset="0"/>
              </a:rPr>
              <a:t> dj.kkj </a:t>
            </a:r>
            <a:r>
              <a:rPr lang="en-IN" sz="2000" b="1" dirty="0" err="1">
                <a:latin typeface="Kruti Dev 055" pitchFamily="2" charset="0"/>
              </a:rPr>
              <a:t>ukgh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kckcr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loZ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</a:p>
          <a:p>
            <a:r>
              <a:rPr lang="en-IN" sz="2000" b="1" dirty="0">
                <a:latin typeface="Kruti Dev 055" pitchFamily="2" charset="0"/>
              </a:rPr>
              <a:t>  </a:t>
            </a:r>
            <a:r>
              <a:rPr lang="en-IN" sz="2000" b="1" dirty="0" err="1">
                <a:latin typeface="Kruti Dev 055" pitchFamily="2" charset="0"/>
              </a:rPr>
              <a:t>eaMGkauklqpuk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ns.ks</a:t>
            </a:r>
            <a:r>
              <a:rPr lang="en-IN" sz="2000" b="1" dirty="0">
                <a:latin typeface="Kruti Dev 055" pitchFamily="2" charset="0"/>
              </a:rPr>
              <a:t>-</a:t>
            </a:r>
          </a:p>
          <a:p>
            <a:pPr>
              <a:buFont typeface="Arial" pitchFamily="34" charset="0"/>
              <a:buChar char="•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lkoZtfud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eaMGkps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x.kirh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eaMikeqGs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dks.kR;kgh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izdkjs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jgnkjhl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vMFkGk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fuekZ.k</a:t>
            </a:r>
            <a:r>
              <a:rPr lang="en-IN" sz="2000" b="1" dirty="0">
                <a:latin typeface="Kruti Dev 055" pitchFamily="2" charset="0"/>
              </a:rPr>
              <a:t> gks.kkj  </a:t>
            </a:r>
            <a:r>
              <a:rPr lang="en-IN" sz="2000" b="1" dirty="0" err="1">
                <a:latin typeface="Kruti Dev 055" pitchFamily="2" charset="0"/>
              </a:rPr>
              <a:t>ukgh</a:t>
            </a:r>
            <a:r>
              <a:rPr lang="en-IN" sz="2000" b="1" dirty="0">
                <a:latin typeface="Kruti Dev 055" pitchFamily="2" charset="0"/>
              </a:rPr>
              <a:t> ;</a:t>
            </a:r>
            <a:r>
              <a:rPr lang="en-IN" sz="2000" b="1" dirty="0" err="1">
                <a:latin typeface="Kruti Dev 055" pitchFamily="2" charset="0"/>
              </a:rPr>
              <a:t>kckcr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loZ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eaMGkuk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lqpuk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ns.ks</a:t>
            </a:r>
            <a:r>
              <a:rPr lang="en-IN" sz="2000" b="1" dirty="0">
                <a:latin typeface="Kruti Dev 055" pitchFamily="2" charset="0"/>
              </a:rPr>
              <a:t>- </a:t>
            </a:r>
          </a:p>
          <a:p>
            <a:pPr>
              <a:buFont typeface="Arial" pitchFamily="34" charset="0"/>
              <a:buChar char="•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lkoZtfud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eaMike</a:t>
            </a:r>
            <a:r>
              <a:rPr lang="en-IN" sz="2000" b="1" dirty="0">
                <a:latin typeface="Kruti Dev 055" pitchFamily="2" charset="0"/>
              </a:rPr>
              <a:t>/;s </a:t>
            </a:r>
            <a:r>
              <a:rPr lang="en-IN" sz="2000" b="1" dirty="0" err="1">
                <a:latin typeface="Kruti Dev 055" pitchFamily="2" charset="0"/>
              </a:rPr>
              <a:t>fdaok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eqrhZ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Hkksorh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ykbZVhax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djrkr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fdaok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vkjkl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djrkr</a:t>
            </a:r>
            <a:endParaRPr lang="en-IN" sz="2000" b="1" dirty="0">
              <a:latin typeface="Kruti Dev 055" pitchFamily="2" charset="0"/>
            </a:endParaRPr>
          </a:p>
          <a:p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rs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vuqHkoh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bysDVªh;’ku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dMqu</a:t>
            </a:r>
            <a:r>
              <a:rPr lang="en-IN" sz="2000" b="1" dirty="0">
                <a:latin typeface="Kruti Dev 055" pitchFamily="2" charset="0"/>
              </a:rPr>
              <a:t> d:u ?;</a:t>
            </a:r>
            <a:r>
              <a:rPr lang="en-IN" sz="2000" b="1" dirty="0" err="1">
                <a:latin typeface="Kruti Dev 055" pitchFamily="2" charset="0"/>
              </a:rPr>
              <a:t>koh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ts.ks</a:t>
            </a:r>
            <a:r>
              <a:rPr lang="en-IN" sz="2000" b="1" dirty="0">
                <a:latin typeface="Kruti Dev 055" pitchFamily="2" charset="0"/>
              </a:rPr>
              <a:t> d:u </a:t>
            </a:r>
            <a:r>
              <a:rPr lang="en-IN" sz="2000" b="1" dirty="0" err="1">
                <a:latin typeface="Kruti Dev 055" pitchFamily="2" charset="0"/>
              </a:rPr>
              <a:t>dks.kR;kgh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izdkjps</a:t>
            </a:r>
            <a:r>
              <a:rPr lang="en-IN" sz="2000" b="1" dirty="0">
                <a:latin typeface="Kruti Dev 055" pitchFamily="2" charset="0"/>
              </a:rPr>
              <a:t> ‘</a:t>
            </a:r>
            <a:r>
              <a:rPr lang="en-IN" sz="2000" b="1" dirty="0" err="1">
                <a:latin typeface="Kruti Dev 055" pitchFamily="2" charset="0"/>
              </a:rPr>
              <a:t>kkWVZ</a:t>
            </a:r>
            <a:r>
              <a:rPr lang="en-IN" sz="2000" b="1" dirty="0">
                <a:latin typeface="Kruti Dev 055" pitchFamily="2" charset="0"/>
              </a:rPr>
              <a:t> ‘</a:t>
            </a:r>
            <a:r>
              <a:rPr lang="en-IN" sz="2000" b="1" dirty="0" err="1">
                <a:latin typeface="Kruti Dev 055" pitchFamily="2" charset="0"/>
              </a:rPr>
              <a:t>kfdZV</a:t>
            </a:r>
            <a:r>
              <a:rPr lang="en-IN" sz="2000" b="1" dirty="0">
                <a:latin typeface="Kruti Dev 055" pitchFamily="2" charset="0"/>
              </a:rPr>
              <a:t> gks.kkj </a:t>
            </a:r>
            <a:r>
              <a:rPr lang="en-IN" sz="2000" b="1" dirty="0" err="1">
                <a:latin typeface="Kruti Dev 055" pitchFamily="2" charset="0"/>
              </a:rPr>
              <a:t>ukgh</a:t>
            </a:r>
            <a:r>
              <a:rPr lang="en-IN" sz="2000" b="1" dirty="0">
                <a:latin typeface="Kruti Dev 055" pitchFamily="2" charset="0"/>
              </a:rPr>
              <a:t>   ;</a:t>
            </a:r>
            <a:r>
              <a:rPr lang="en-IN" sz="2000" b="1" dirty="0" err="1">
                <a:latin typeface="Kruti Dev 055" pitchFamily="2" charset="0"/>
              </a:rPr>
              <a:t>kckcr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loZ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eaMGkauk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lqpuk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ns.ks</a:t>
            </a:r>
            <a:endParaRPr lang="en-IN" sz="2000" b="1" dirty="0">
              <a:latin typeface="Kruti Dev 055" pitchFamily="2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eqrhZaph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LFkkiuk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djrkauk</a:t>
            </a:r>
            <a:r>
              <a:rPr lang="en-IN" sz="2000" b="1" dirty="0">
                <a:latin typeface="Kruti Dev 055" pitchFamily="2" charset="0"/>
              </a:rPr>
              <a:t>] </a:t>
            </a:r>
            <a:r>
              <a:rPr lang="en-IN" sz="2000" b="1" dirty="0" err="1">
                <a:latin typeface="Kruti Dev 055" pitchFamily="2" charset="0"/>
              </a:rPr>
              <a:t>Hkkfodkauk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x.ks’k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eqrhZl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Li’kZ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djrk</a:t>
            </a:r>
            <a:r>
              <a:rPr lang="en-IN" sz="2000" b="1" dirty="0">
                <a:latin typeface="Kruti Dev 055" pitchFamily="2" charset="0"/>
              </a:rPr>
              <a:t> ;s.kkj </a:t>
            </a:r>
            <a:r>
              <a:rPr lang="en-IN" sz="2000" b="1" dirty="0" err="1">
                <a:latin typeface="Kruti Dev 055" pitchFamily="2" charset="0"/>
              </a:rPr>
              <a:t>ukgh</a:t>
            </a:r>
            <a:r>
              <a:rPr lang="en-IN" sz="2000" b="1" dirty="0">
                <a:latin typeface="Kruti Dev 055" pitchFamily="2" charset="0"/>
              </a:rPr>
              <a:t> ;kph n{</a:t>
            </a:r>
            <a:r>
              <a:rPr lang="en-IN" sz="2000" b="1" dirty="0" err="1">
                <a:latin typeface="Kruti Dev 055" pitchFamily="2" charset="0"/>
              </a:rPr>
              <a:t>krk</a:t>
            </a:r>
            <a:r>
              <a:rPr lang="en-IN" sz="2000" b="1" dirty="0">
                <a:latin typeface="Kruti Dev 055" pitchFamily="2" charset="0"/>
              </a:rPr>
              <a:t> ?</a:t>
            </a:r>
            <a:r>
              <a:rPr lang="en-IN" sz="2000" b="1" dirty="0" err="1">
                <a:latin typeface="Kruti Dev 055" pitchFamily="2" charset="0"/>
              </a:rPr>
              <a:t>ks.ks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ckcr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eaMGkauk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lqpuk</a:t>
            </a:r>
            <a:r>
              <a:rPr lang="en-IN" sz="2000" b="1" dirty="0">
                <a:latin typeface="Kruti Dev 055" pitchFamily="2" charset="0"/>
              </a:rPr>
              <a:t> </a:t>
            </a:r>
            <a:r>
              <a:rPr lang="en-IN" sz="20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Kruti Dev 055" pitchFamily="2" charset="0"/>
              </a:rPr>
              <a:t> </a:t>
            </a:r>
            <a:r>
              <a:rPr lang="en-IN" sz="2000" b="1" dirty="0" err="1">
                <a:latin typeface="Kruti Dev 055" pitchFamily="2" charset="0"/>
              </a:rPr>
              <a:t>n;koh</a:t>
            </a:r>
            <a:r>
              <a:rPr lang="en-IN" sz="2000" b="1" dirty="0">
                <a:latin typeface="Kruti Dev 055" pitchFamily="2" charset="0"/>
              </a:rPr>
              <a:t>-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62000" y="609600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525959"/>
            <a:ext cx="80772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 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foltZu</a:t>
            </a: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&amp;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eqrhZnku</a:t>
            </a: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¼ ik.kh </a:t>
            </a:r>
            <a:r>
              <a:rPr lang="en-US" sz="4400" b="1" dirty="0" err="1">
                <a:solidFill>
                  <a:srgbClr val="FF0000"/>
                </a:solidFill>
                <a:latin typeface="Kruti Dev 055" pitchFamily="2" charset="0"/>
              </a:rPr>
              <a:t>iznq”k.k</a:t>
            </a:r>
            <a:r>
              <a:rPr lang="en-US" sz="4400" b="1" dirty="0">
                <a:solidFill>
                  <a:srgbClr val="FF0000"/>
                </a:solidFill>
                <a:latin typeface="Kruti Dev 055" pitchFamily="2" charset="0"/>
              </a:rPr>
              <a:t> eqDr½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4648200" y="2057400"/>
            <a:ext cx="3733800" cy="3352803"/>
            <a:chOff x="4241800" y="2895600"/>
            <a:chExt cx="4902200" cy="3962400"/>
          </a:xfrm>
        </p:grpSpPr>
        <p:pic>
          <p:nvPicPr>
            <p:cNvPr id="9218" name="Picture 2" descr="C:\Users\Admin\Desktop\Final\For PPT\CP Pic\14099048345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41800" y="2895600"/>
              <a:ext cx="4902200" cy="39624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027" name="Picture 3" descr="C:\Users\Admin\Downloads\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22818" y="3159760"/>
              <a:ext cx="1143000" cy="85724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3" name="Group 8"/>
          <p:cNvGrpSpPr/>
          <p:nvPr/>
        </p:nvGrpSpPr>
        <p:grpSpPr>
          <a:xfrm>
            <a:off x="533400" y="2133600"/>
            <a:ext cx="3809999" cy="3200400"/>
            <a:chOff x="161026" y="1925664"/>
            <a:chExt cx="4025660" cy="3634354"/>
          </a:xfrm>
        </p:grpSpPr>
        <p:pic>
          <p:nvPicPr>
            <p:cNvPr id="1026" name="Picture 2" descr="C:\Users\Admin\Desktop\Final\For PPT\CP Pic\Plaster-of-Paris-Ganpati-Idols.jpg"/>
            <p:cNvPicPr>
              <a:picLocks noChangeAspect="1" noChangeArrowheads="1"/>
            </p:cNvPicPr>
            <p:nvPr/>
          </p:nvPicPr>
          <p:blipFill>
            <a:blip r:embed="rId4"/>
            <a:srcRect l="2894" t="4368" r="24757" b="3911"/>
            <a:stretch>
              <a:fillRect/>
            </a:stretch>
          </p:blipFill>
          <p:spPr bwMode="auto">
            <a:xfrm>
              <a:off x="161026" y="1925664"/>
              <a:ext cx="4025660" cy="363435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028" name="Picture 4" descr="C:\Users\Admin\Downloads\2.pn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3079" y="2271793"/>
              <a:ext cx="1082071" cy="8191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38200" y="4261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00200" y="304800"/>
            <a:ext cx="6096000" cy="762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7030A0"/>
              </a:buClr>
              <a:buSzPct val="95000"/>
              <a:defRPr/>
            </a:pPr>
            <a:r>
              <a:rPr lang="en-US" sz="4400" b="1" dirty="0">
                <a:solidFill>
                  <a:srgbClr val="FF0000"/>
                </a:solidFill>
                <a:effectLst/>
                <a:latin typeface="Kruti Dev 055" pitchFamily="2" charset="0"/>
              </a:rPr>
              <a:t>   ,d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Kruti Dev 055" pitchFamily="2" charset="0"/>
              </a:rPr>
              <a:t>okWMZ</a:t>
            </a:r>
            <a:r>
              <a:rPr lang="en-US" sz="4400" b="1" dirty="0">
                <a:solidFill>
                  <a:srgbClr val="FF0000"/>
                </a:solidFill>
                <a:effectLst/>
                <a:latin typeface="Kruti Dev 055" pitchFamily="2" charset="0"/>
              </a:rPr>
              <a:t> ,d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Kruti Dev 055" pitchFamily="2" charset="0"/>
              </a:rPr>
              <a:t>x.kirh</a:t>
            </a:r>
            <a:r>
              <a:rPr lang="en-US" sz="4400" b="1" dirty="0">
                <a:solidFill>
                  <a:srgbClr val="FF0000"/>
                </a:solidFill>
                <a:effectLst/>
                <a:latin typeface="Kruti Dev 055" pitchFamily="2" charset="0"/>
              </a:rPr>
              <a:t> </a:t>
            </a:r>
          </a:p>
        </p:txBody>
      </p:sp>
      <p:pic>
        <p:nvPicPr>
          <p:cNvPr id="12290" name="Picture 2" descr="C:\Users\Admin\Desktop\Final\For PPT\CP Pic\ek ward ek ganesh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752600"/>
            <a:ext cx="5995279" cy="37138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914400" y="578556"/>
            <a:ext cx="7543800" cy="564444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Kruti Dev 055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533400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7030A0"/>
              </a:buClr>
              <a:buSzPct val="95000"/>
              <a:defRPr/>
            </a:pP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x.ks’k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eaMG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Kruti Dev 055" pitchFamily="2" charset="0"/>
              </a:rPr>
              <a:t>Lo;alsod</a:t>
            </a:r>
            <a:r>
              <a:rPr lang="en-US" sz="3600" b="1" dirty="0">
                <a:solidFill>
                  <a:srgbClr val="FF0000"/>
                </a:solidFill>
                <a:latin typeface="Kruti Dev 055" pitchFamily="2" charset="0"/>
              </a:rPr>
              <a:t> use.kwd </a:t>
            </a:r>
          </a:p>
        </p:txBody>
      </p:sp>
      <p:pic>
        <p:nvPicPr>
          <p:cNvPr id="4098" name="Picture 2" descr="C:\Users\Admin\Desktop\Magar Saheb Final Work\Ganesh-Puja-starts-690x37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6962902" cy="3804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1F6D6AB-6DFB-42E4-B9FF-DB494B863150}" type="slidenum">
              <a:rPr lang="en-US" smtClean="0">
                <a:latin typeface="Kruti Dev 055" pitchFamily="2" charset="0"/>
              </a:rPr>
              <a:pPr/>
              <a:t>35</a:t>
            </a:fld>
            <a:endParaRPr lang="en-US">
              <a:latin typeface="Kruti Dev 055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762000"/>
          </a:xfrm>
        </p:spPr>
        <p:txBody>
          <a:bodyPr>
            <a:normAutofit fontScale="32500" lnSpcReduction="20000"/>
          </a:bodyPr>
          <a:lstStyle/>
          <a:p>
            <a:pPr algn="ctr"/>
            <a:r>
              <a:rPr lang="en-US" sz="7200" b="0" dirty="0">
                <a:latin typeface="Kruti Dev 055" pitchFamily="2" charset="0"/>
              </a:rPr>
              <a:t>	</a:t>
            </a:r>
          </a:p>
          <a:p>
            <a:r>
              <a:rPr lang="en-US" sz="7200" b="0" dirty="0">
                <a:latin typeface="Kruti Dev 055" pitchFamily="2" charset="0"/>
              </a:rPr>
              <a:t>	</a:t>
            </a:r>
            <a:endParaRPr lang="en-US" sz="3200" b="0" dirty="0">
              <a:latin typeface="Kruti Dev 055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57400" y="457200"/>
            <a:ext cx="6705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laiow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/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ouh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iznq”k.k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---</a:t>
            </a:r>
          </a:p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       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tiw;k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i;kZoj.k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 </a:t>
            </a:r>
            <a:b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</a:b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ykMD;k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x.kjk;kpk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 </a:t>
            </a:r>
            <a:b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</a:b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       ok&lt;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ow;k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eaxy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</a:t>
            </a:r>
            <a:r>
              <a:rPr lang="en-US" sz="6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l.k</a:t>
            </a:r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Kruti Dev 055" pitchFamily="2" charset="0"/>
              </a:rPr>
              <a:t> - - - </a:t>
            </a:r>
            <a:endParaRPr lang="en-US" sz="595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Kruti Dev 055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8299" y="5410200"/>
            <a:ext cx="711605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lkekftd</a:t>
            </a:r>
            <a:r>
              <a:rPr lang="en-US" sz="6000" b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 ,</a:t>
            </a:r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sD;krwup</a:t>
            </a:r>
            <a:r>
              <a:rPr lang="en-US" sz="6000" b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 </a:t>
            </a:r>
            <a:r>
              <a:rPr lang="en-US" sz="6000" b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Kruti Dev 055" pitchFamily="2" charset="0"/>
              </a:rPr>
              <a:t>izxrh</a:t>
            </a:r>
            <a:endParaRPr lang="en-US" sz="59500" b="1" dirty="0">
              <a:ln w="18415" cmpd="sng">
                <a:noFill/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Kruti Dev 055" pitchFamily="2" charset="0"/>
            </a:endParaRPr>
          </a:p>
        </p:txBody>
      </p:sp>
    </p:spTree>
  </p:cSld>
  <p:clrMapOvr>
    <a:masterClrMapping/>
  </p:clrMapOvr>
  <p:transition>
    <p:spli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D6AB-6DFB-42E4-B9FF-DB494B863150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Atharv Shirsh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8839200" y="6096000"/>
            <a:ext cx="304800" cy="304800"/>
          </a:xfrm>
          <a:prstGeom prst="rect">
            <a:avLst/>
          </a:prstGeom>
        </p:spPr>
      </p:pic>
      <p:sp>
        <p:nvSpPr>
          <p:cNvPr id="11266" name="AutoShape 2" descr="500+ वाढदिवस आभार संदेश, शुभेच्छा, फोटो, बॅनर [ NEW ] | Thanks for birthday  wishes in marathi. - ARGU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500+ वाढदिवस आभार संदेश, शुभेच्छा, फोटो, बॅनर [ NEW ] | Thanks for birthday  wishes in marathi. - ARGU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2" name="AutoShape 8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4" name="AutoShape 10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6" name="AutoShape 12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8" name="AutoShape 14" descr="Thanks for birthday wishes in marathi"/>
          <p:cNvSpPr>
            <a:spLocks noChangeAspect="1" noChangeArrowheads="1"/>
          </p:cNvSpPr>
          <p:nvPr/>
        </p:nvSpPr>
        <p:spPr bwMode="auto">
          <a:xfrm>
            <a:off x="155575" y="-5851525"/>
            <a:ext cx="12192000" cy="12192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55819" y="3429000"/>
            <a:ext cx="423385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b="1" i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/</a:t>
            </a:r>
            <a:r>
              <a:rPr lang="en-US" sz="9600" b="1" i="1" dirty="0" err="1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kU;okn</a:t>
            </a:r>
            <a:r>
              <a:rPr lang="en-US" sz="9600" b="1" i="1" dirty="0">
                <a:ln w="18415" cmpd="sng">
                  <a:noFill/>
                  <a:prstDash val="solid"/>
                </a:ln>
                <a:solidFill>
                  <a:srgbClr val="FF0000"/>
                </a:solidFill>
                <a:latin typeface="Kruti Dev 055" pitchFamily="2" charset="0"/>
              </a:rPr>
              <a:t>---</a:t>
            </a:r>
            <a:endParaRPr lang="en-US" sz="148100" b="1" i="1" dirty="0">
              <a:ln w="18415" cmpd="sng">
                <a:noFill/>
                <a:prstDash val="solid"/>
              </a:ln>
              <a:solidFill>
                <a:srgbClr val="FF0000"/>
              </a:solidFill>
              <a:latin typeface="Kruti Dev 055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2598</TotalTime>
  <Words>5571</Words>
  <Application>Microsoft Office PowerPoint</Application>
  <PresentationFormat>On-screen Show (4:3)</PresentationFormat>
  <Paragraphs>569</Paragraphs>
  <Slides>37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Century Schoolbook</vt:lpstr>
      <vt:lpstr>Kruti Dev 055</vt:lpstr>
      <vt:lpstr>Wingdings</vt:lpstr>
      <vt:lpstr>Wingdings 2</vt:lpstr>
      <vt:lpstr>Oriel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Sarvadnya</dc:creator>
  <cp:lastModifiedBy>sb branch</cp:lastModifiedBy>
  <cp:revision>494</cp:revision>
  <dcterms:created xsi:type="dcterms:W3CDTF">2019-07-25T13:52:29Z</dcterms:created>
  <dcterms:modified xsi:type="dcterms:W3CDTF">2025-08-04T07:39:36Z</dcterms:modified>
</cp:coreProperties>
</file>